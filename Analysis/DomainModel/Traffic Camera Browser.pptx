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9" r:id="rId4"/>
    <p:sldMasterId id="214748369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Lst>
  <p:sldSz cy="5143500" cx="9144000"/>
  <p:notesSz cx="6858000" cy="9144000"/>
  <p:embeddedFontLst>
    <p:embeddedFont>
      <p:font typeface="DM Sans Medium"/>
      <p:regular r:id="rId18"/>
      <p:bold r:id="rId19"/>
      <p:italic r:id="rId20"/>
      <p:boldItalic r:id="rId21"/>
    </p:embeddedFont>
    <p:embeddedFont>
      <p:font typeface="Merriweather"/>
      <p:regular r:id="rId22"/>
      <p:bold r:id="rId23"/>
      <p:italic r:id="rId24"/>
      <p:boldItalic r:id="rId25"/>
    </p:embeddedFont>
    <p:embeddedFont>
      <p:font typeface="DM Sans"/>
      <p:regular r:id="rId26"/>
      <p:bold r:id="rId27"/>
      <p:italic r:id="rId28"/>
      <p:boldItalic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DMSansMedium-italic.fntdata"/><Relationship Id="rId22" Type="http://schemas.openxmlformats.org/officeDocument/2006/relationships/font" Target="fonts/Merriweather-regular.fntdata"/><Relationship Id="rId21" Type="http://schemas.openxmlformats.org/officeDocument/2006/relationships/font" Target="fonts/DMSansMedium-boldItalic.fntdata"/><Relationship Id="rId24" Type="http://schemas.openxmlformats.org/officeDocument/2006/relationships/font" Target="fonts/Merriweather-italic.fntdata"/><Relationship Id="rId23" Type="http://schemas.openxmlformats.org/officeDocument/2006/relationships/font" Target="fonts/Merriweather-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font" Target="fonts/DMSans-regular.fntdata"/><Relationship Id="rId25" Type="http://schemas.openxmlformats.org/officeDocument/2006/relationships/font" Target="fonts/Merriweather-boldItalic.fntdata"/><Relationship Id="rId28" Type="http://schemas.openxmlformats.org/officeDocument/2006/relationships/font" Target="fonts/DMSans-italic.fntdata"/><Relationship Id="rId27" Type="http://schemas.openxmlformats.org/officeDocument/2006/relationships/font" Target="fonts/DMSans-bold.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font" Target="fonts/DMSans-boldItalic.fntdata"/><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DMSansMedium-bold.fntdata"/><Relationship Id="rId18" Type="http://schemas.openxmlformats.org/officeDocument/2006/relationships/font" Target="fonts/DMSansMedium-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c775265bf1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c775265bf1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c775265bf1_1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3c775265bf1_1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c775265bf1_1_2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3c775265bf1_1_2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c775265bf1_1_3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c775265bf1_1_3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c775265bf1_1_3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c775265bf1_1_3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c775265bf1_1_3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5" name="Google Shape;295;g3c775265bf1_1_3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c775265bf1_1_3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c775265bf1_1_3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3c775265bf1_1_3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9" name="Google Shape;309;g3c775265bf1_1_3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c775265bf1_1_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c775265bf1_1_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c943bb593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c943bb593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c775265bf1_1_3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c775265bf1_1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54" name="Shape 54"/>
        <p:cNvGrpSpPr/>
        <p:nvPr/>
      </p:nvGrpSpPr>
      <p:grpSpPr>
        <a:xfrm>
          <a:off x="0" y="0"/>
          <a:ext cx="0" cy="0"/>
          <a:chOff x="0" y="0"/>
          <a:chExt cx="0" cy="0"/>
        </a:xfrm>
      </p:grpSpPr>
      <p:sp>
        <p:nvSpPr>
          <p:cNvPr id="55" name="Google Shape;55;p14"/>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56" name="Google Shape;56;p14"/>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57" name="Google Shape;57;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_HEADER_1">
    <p:spTree>
      <p:nvGrpSpPr>
        <p:cNvPr id="58" name="Shape 58"/>
        <p:cNvGrpSpPr/>
        <p:nvPr/>
      </p:nvGrpSpPr>
      <p:grpSpPr>
        <a:xfrm>
          <a:off x="0" y="0"/>
          <a:ext cx="0" cy="0"/>
          <a:chOff x="0" y="0"/>
          <a:chExt cx="0" cy="0"/>
        </a:xfrm>
      </p:grpSpPr>
      <p:sp>
        <p:nvSpPr>
          <p:cNvPr id="59" name="Google Shape;59;p1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60" name="Google Shape;60;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1_1">
    <p:spTree>
      <p:nvGrpSpPr>
        <p:cNvPr id="61" name="Shape 61"/>
        <p:cNvGrpSpPr/>
        <p:nvPr/>
      </p:nvGrpSpPr>
      <p:grpSpPr>
        <a:xfrm>
          <a:off x="0" y="0"/>
          <a:ext cx="0" cy="0"/>
          <a:chOff x="0" y="0"/>
          <a:chExt cx="0" cy="0"/>
        </a:xfrm>
      </p:grpSpPr>
      <p:sp>
        <p:nvSpPr>
          <p:cNvPr id="62" name="Google Shape;62;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63" name="Google Shape;6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64" name="Google Shape;64;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_AND_TWO_COLUMNS_1_1">
    <p:spTree>
      <p:nvGrpSpPr>
        <p:cNvPr id="65" name="Shape 65"/>
        <p:cNvGrpSpPr/>
        <p:nvPr/>
      </p:nvGrpSpPr>
      <p:grpSpPr>
        <a:xfrm>
          <a:off x="0" y="0"/>
          <a:ext cx="0" cy="0"/>
          <a:chOff x="0" y="0"/>
          <a:chExt cx="0" cy="0"/>
        </a:xfrm>
      </p:grpSpPr>
      <p:sp>
        <p:nvSpPr>
          <p:cNvPr id="66" name="Google Shape;66;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67" name="Google Shape;67;p17"/>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68" name="Google Shape;68;p17"/>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69" name="Google Shape;69;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70" name="Shape 70"/>
        <p:cNvGrpSpPr/>
        <p:nvPr/>
      </p:nvGrpSpPr>
      <p:grpSpPr>
        <a:xfrm>
          <a:off x="0" y="0"/>
          <a:ext cx="0" cy="0"/>
          <a:chOff x="0" y="0"/>
          <a:chExt cx="0" cy="0"/>
        </a:xfrm>
      </p:grpSpPr>
      <p:sp>
        <p:nvSpPr>
          <p:cNvPr id="71" name="Google Shape;71;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72" name="Google Shape;72;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
    <p:spTree>
      <p:nvGrpSpPr>
        <p:cNvPr id="73" name="Shape 73"/>
        <p:cNvGrpSpPr/>
        <p:nvPr/>
      </p:nvGrpSpPr>
      <p:grpSpPr>
        <a:xfrm>
          <a:off x="0" y="0"/>
          <a:ext cx="0" cy="0"/>
          <a:chOff x="0" y="0"/>
          <a:chExt cx="0" cy="0"/>
        </a:xfrm>
      </p:grpSpPr>
      <p:sp>
        <p:nvSpPr>
          <p:cNvPr id="74" name="Google Shape;74;p1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75" name="Google Shape;75;p19"/>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6" name="Google Shape;76;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_1">
    <p:spTree>
      <p:nvGrpSpPr>
        <p:cNvPr id="77" name="Shape 77"/>
        <p:cNvGrpSpPr/>
        <p:nvPr/>
      </p:nvGrpSpPr>
      <p:grpSpPr>
        <a:xfrm>
          <a:off x="0" y="0"/>
          <a:ext cx="0" cy="0"/>
          <a:chOff x="0" y="0"/>
          <a:chExt cx="0" cy="0"/>
        </a:xfrm>
      </p:grpSpPr>
      <p:sp>
        <p:nvSpPr>
          <p:cNvPr id="78" name="Google Shape;78;p20"/>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79" name="Google Shape;79;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80"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1"/>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83" name="Google Shape;83;p21"/>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4" name="Google Shape;84;p21"/>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85" name="Google Shape;85;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_1">
    <p:spTree>
      <p:nvGrpSpPr>
        <p:cNvPr id="86" name="Shape 86"/>
        <p:cNvGrpSpPr/>
        <p:nvPr/>
      </p:nvGrpSpPr>
      <p:grpSpPr>
        <a:xfrm>
          <a:off x="0" y="0"/>
          <a:ext cx="0" cy="0"/>
          <a:chOff x="0" y="0"/>
          <a:chExt cx="0" cy="0"/>
        </a:xfrm>
      </p:grpSpPr>
      <p:sp>
        <p:nvSpPr>
          <p:cNvPr id="87" name="Google Shape;87;p22"/>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000"/>
              <a:buNone/>
              <a:defRPr/>
            </a:lvl1pPr>
          </a:lstStyle>
          <a:p/>
        </p:txBody>
      </p:sp>
      <p:sp>
        <p:nvSpPr>
          <p:cNvPr id="88" name="Google Shape;88;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_1">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91" name="Google Shape;91;p23"/>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SzPts val="1000"/>
              <a:buChar char="●"/>
              <a:defRPr/>
            </a:lvl1pPr>
            <a:lvl2pPr indent="-279400" lvl="1" marL="914400" algn="ctr">
              <a:spcBef>
                <a:spcPts val="0"/>
              </a:spcBef>
              <a:spcAft>
                <a:spcPts val="0"/>
              </a:spcAft>
              <a:buSzPts val="800"/>
              <a:buChar char="○"/>
              <a:defRPr/>
            </a:lvl2pPr>
            <a:lvl3pPr indent="-292100" lvl="2" marL="1371600" algn="ctr">
              <a:spcBef>
                <a:spcPts val="0"/>
              </a:spcBef>
              <a:spcAft>
                <a:spcPts val="0"/>
              </a:spcAft>
              <a:buSzPts val="1000"/>
              <a:buChar char="■"/>
              <a:defRPr/>
            </a:lvl3pPr>
            <a:lvl4pPr indent="-292100" lvl="3" marL="1828800" algn="ctr">
              <a:spcBef>
                <a:spcPts val="0"/>
              </a:spcBef>
              <a:spcAft>
                <a:spcPts val="0"/>
              </a:spcAft>
              <a:buSzPts val="1000"/>
              <a:buChar char="●"/>
              <a:defRPr/>
            </a:lvl4pPr>
            <a:lvl5pPr indent="-292100" lvl="4" marL="2286000" algn="ctr">
              <a:spcBef>
                <a:spcPts val="0"/>
              </a:spcBef>
              <a:spcAft>
                <a:spcPts val="0"/>
              </a:spcAft>
              <a:buSzPts val="1000"/>
              <a:buChar char="○"/>
              <a:defRPr/>
            </a:lvl5pPr>
            <a:lvl6pPr indent="-292100" lvl="5" marL="2743200" algn="ctr">
              <a:spcBef>
                <a:spcPts val="0"/>
              </a:spcBef>
              <a:spcAft>
                <a:spcPts val="0"/>
              </a:spcAft>
              <a:buSzPts val="1000"/>
              <a:buChar char="■"/>
              <a:defRPr/>
            </a:lvl6pPr>
            <a:lvl7pPr indent="-292100" lvl="6" marL="3200400" algn="ctr">
              <a:spcBef>
                <a:spcPts val="0"/>
              </a:spcBef>
              <a:spcAft>
                <a:spcPts val="0"/>
              </a:spcAft>
              <a:buSzPts val="1000"/>
              <a:buChar char="●"/>
              <a:defRPr/>
            </a:lvl7pPr>
            <a:lvl8pPr indent="-292100" lvl="7" marL="3657600" algn="ctr">
              <a:spcBef>
                <a:spcPts val="0"/>
              </a:spcBef>
              <a:spcAft>
                <a:spcPts val="0"/>
              </a:spcAft>
              <a:buSzPts val="1000"/>
              <a:buChar char="○"/>
              <a:defRPr/>
            </a:lvl8pPr>
            <a:lvl9pPr indent="-292100" lvl="8" marL="4114800" algn="ctr">
              <a:spcBef>
                <a:spcPts val="0"/>
              </a:spcBef>
              <a:spcAft>
                <a:spcPts val="0"/>
              </a:spcAft>
              <a:buSzPts val="1000"/>
              <a:buChar char="■"/>
              <a:defRPr/>
            </a:lvl9pPr>
          </a:lstStyle>
          <a:p/>
        </p:txBody>
      </p:sp>
      <p:sp>
        <p:nvSpPr>
          <p:cNvPr id="92" name="Google Shape;92;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CUSTOM_7_1">
    <p:spTree>
      <p:nvGrpSpPr>
        <p:cNvPr id="95" name="Shape 95"/>
        <p:cNvGrpSpPr/>
        <p:nvPr/>
      </p:nvGrpSpPr>
      <p:grpSpPr>
        <a:xfrm>
          <a:off x="0" y="0"/>
          <a:ext cx="0" cy="0"/>
          <a:chOff x="0" y="0"/>
          <a:chExt cx="0" cy="0"/>
        </a:xfrm>
      </p:grpSpPr>
      <p:sp>
        <p:nvSpPr>
          <p:cNvPr id="96" name="Google Shape;96;p25"/>
          <p:cNvSpPr txBox="1"/>
          <p:nvPr>
            <p:ph type="title"/>
          </p:nvPr>
        </p:nvSpPr>
        <p:spPr>
          <a:xfrm>
            <a:off x="677325" y="1832775"/>
            <a:ext cx="3217200" cy="1484100"/>
          </a:xfrm>
          <a:prstGeom prst="rect">
            <a:avLst/>
          </a:prstGeom>
        </p:spPr>
        <p:txBody>
          <a:bodyPr anchorCtr="0" anchor="ctr"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97" name="Google Shape;97;p2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98" name="Google Shape;98;p25"/>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99" name="Google Shape;99;p25"/>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00" name="Google Shape;100;p25"/>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01" name="Google Shape;101;p25"/>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02" name="Google Shape;102;p25"/>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03" name="Google Shape;103;p25"/>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8_1">
    <p:spTree>
      <p:nvGrpSpPr>
        <p:cNvPr id="104" name="Shape 104"/>
        <p:cNvGrpSpPr/>
        <p:nvPr/>
      </p:nvGrpSpPr>
      <p:grpSpPr>
        <a:xfrm>
          <a:off x="0" y="0"/>
          <a:ext cx="0" cy="0"/>
          <a:chOff x="0" y="0"/>
          <a:chExt cx="0" cy="0"/>
        </a:xfrm>
      </p:grpSpPr>
      <p:sp>
        <p:nvSpPr>
          <p:cNvPr id="105" name="Google Shape;105;p2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106" name="Google Shape;106;p26"/>
          <p:cNvSpPr txBox="1"/>
          <p:nvPr>
            <p:ph idx="1" type="body"/>
          </p:nvPr>
        </p:nvSpPr>
        <p:spPr>
          <a:xfrm>
            <a:off x="311700" y="1152475"/>
            <a:ext cx="4473900" cy="34164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07" name="Google Shape;107;p26"/>
          <p:cNvSpPr/>
          <p:nvPr>
            <p:ph idx="2" type="pic"/>
          </p:nvPr>
        </p:nvSpPr>
        <p:spPr>
          <a:xfrm>
            <a:off x="4992024" y="1152775"/>
            <a:ext cx="3840300" cy="3416400"/>
          </a:xfrm>
          <a:prstGeom prst="rect">
            <a:avLst/>
          </a:prstGeom>
          <a:noFill/>
          <a:ln>
            <a:noFill/>
          </a:ln>
        </p:spPr>
      </p:sp>
      <p:sp>
        <p:nvSpPr>
          <p:cNvPr id="108" name="Google Shape;108;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CUSTOM_1">
    <p:spTree>
      <p:nvGrpSpPr>
        <p:cNvPr id="109" name="Shape 109"/>
        <p:cNvGrpSpPr/>
        <p:nvPr/>
      </p:nvGrpSpPr>
      <p:grpSpPr>
        <a:xfrm>
          <a:off x="0" y="0"/>
          <a:ext cx="0" cy="0"/>
          <a:chOff x="0" y="0"/>
          <a:chExt cx="0" cy="0"/>
        </a:xfrm>
      </p:grpSpPr>
      <p:sp>
        <p:nvSpPr>
          <p:cNvPr id="110" name="Google Shape;110;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11" name="Google Shape;111;p27"/>
          <p:cNvSpPr txBox="1"/>
          <p:nvPr>
            <p:ph type="title"/>
          </p:nvPr>
        </p:nvSpPr>
        <p:spPr>
          <a:xfrm>
            <a:off x="483175"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12" name="Google Shape;112;p27"/>
          <p:cNvSpPr txBox="1"/>
          <p:nvPr>
            <p:ph idx="1" type="body"/>
          </p:nvPr>
        </p:nvSpPr>
        <p:spPr>
          <a:xfrm>
            <a:off x="483150" y="2237788"/>
            <a:ext cx="36198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13" name="Google Shape;113;p27"/>
          <p:cNvSpPr txBox="1"/>
          <p:nvPr>
            <p:ph idx="2" type="body"/>
          </p:nvPr>
        </p:nvSpPr>
        <p:spPr>
          <a:xfrm>
            <a:off x="5048000" y="2237788"/>
            <a:ext cx="36198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14" name="Google Shape;114;p27"/>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15" name="Google Shape;115;p27"/>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CUSTOM_2_2">
    <p:spTree>
      <p:nvGrpSpPr>
        <p:cNvPr id="116" name="Shape 116"/>
        <p:cNvGrpSpPr/>
        <p:nvPr/>
      </p:nvGrpSpPr>
      <p:grpSpPr>
        <a:xfrm>
          <a:off x="0" y="0"/>
          <a:ext cx="0" cy="0"/>
          <a:chOff x="0" y="0"/>
          <a:chExt cx="0" cy="0"/>
        </a:xfrm>
      </p:grpSpPr>
      <p:sp>
        <p:nvSpPr>
          <p:cNvPr id="117" name="Google Shape;117;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18" name="Google Shape;118;p28"/>
          <p:cNvSpPr txBox="1"/>
          <p:nvPr>
            <p:ph idx="1" type="body"/>
          </p:nvPr>
        </p:nvSpPr>
        <p:spPr>
          <a:xfrm>
            <a:off x="483175" y="2417500"/>
            <a:ext cx="24555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19" name="Google Shape;119;p28"/>
          <p:cNvSpPr txBox="1"/>
          <p:nvPr>
            <p:ph idx="2" type="body"/>
          </p:nvPr>
        </p:nvSpPr>
        <p:spPr>
          <a:xfrm>
            <a:off x="3347725" y="2417500"/>
            <a:ext cx="24555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20" name="Google Shape;120;p28"/>
          <p:cNvSpPr txBox="1"/>
          <p:nvPr>
            <p:ph idx="3" type="body"/>
          </p:nvPr>
        </p:nvSpPr>
        <p:spPr>
          <a:xfrm>
            <a:off x="6212275" y="2417500"/>
            <a:ext cx="2455500" cy="23736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SzPts val="1000"/>
              <a:buChar char="●"/>
              <a:defRPr/>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21" name="Google Shape;121;p28"/>
          <p:cNvSpPr txBox="1"/>
          <p:nvPr>
            <p:ph type="title"/>
          </p:nvPr>
        </p:nvSpPr>
        <p:spPr>
          <a:xfrm>
            <a:off x="483175"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22" name="Google Shape;122;p28"/>
          <p:cNvSpPr txBox="1"/>
          <p:nvPr>
            <p:ph idx="4"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23" name="Google Shape;123;p28"/>
          <p:cNvSpPr txBox="1"/>
          <p:nvPr>
            <p:ph idx="5"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24" name="Google Shape;124;p28"/>
          <p:cNvSpPr txBox="1"/>
          <p:nvPr>
            <p:ph idx="6"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CUSTOM_3_1">
    <p:spTree>
      <p:nvGrpSpPr>
        <p:cNvPr id="125" name="Shape 125"/>
        <p:cNvGrpSpPr/>
        <p:nvPr/>
      </p:nvGrpSpPr>
      <p:grpSpPr>
        <a:xfrm>
          <a:off x="0" y="0"/>
          <a:ext cx="0" cy="0"/>
          <a:chOff x="0" y="0"/>
          <a:chExt cx="0" cy="0"/>
        </a:xfrm>
      </p:grpSpPr>
      <p:sp>
        <p:nvSpPr>
          <p:cNvPr id="126" name="Google Shape;126;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27" name="Google Shape;127;p29"/>
          <p:cNvSpPr txBox="1"/>
          <p:nvPr>
            <p:ph idx="1" type="body"/>
          </p:nvPr>
        </p:nvSpPr>
        <p:spPr>
          <a:xfrm>
            <a:off x="366725" y="1759093"/>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28" name="Google Shape;128;p29"/>
          <p:cNvSpPr txBox="1"/>
          <p:nvPr>
            <p:ph idx="2" type="body"/>
          </p:nvPr>
        </p:nvSpPr>
        <p:spPr>
          <a:xfrm>
            <a:off x="4938725" y="1759093"/>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29" name="Google Shape;129;p29"/>
          <p:cNvSpPr txBox="1"/>
          <p:nvPr>
            <p:ph idx="3" type="body"/>
          </p:nvPr>
        </p:nvSpPr>
        <p:spPr>
          <a:xfrm>
            <a:off x="366750" y="3648575"/>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30" name="Google Shape;130;p29"/>
          <p:cNvSpPr txBox="1"/>
          <p:nvPr>
            <p:ph idx="4" type="body"/>
          </p:nvPr>
        </p:nvSpPr>
        <p:spPr>
          <a:xfrm>
            <a:off x="4938750" y="3648575"/>
            <a:ext cx="3838500" cy="11385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279400" lvl="1" marL="914400">
              <a:spcBef>
                <a:spcPts val="0"/>
              </a:spcBef>
              <a:spcAft>
                <a:spcPts val="0"/>
              </a:spcAft>
              <a:buSzPts val="800"/>
              <a:buChar char="○"/>
              <a:defRPr/>
            </a:lvl2pPr>
            <a:lvl3pPr indent="-292100" lvl="2" marL="1371600">
              <a:spcBef>
                <a:spcPts val="0"/>
              </a:spcBef>
              <a:spcAft>
                <a:spcPts val="0"/>
              </a:spcAft>
              <a:buSzPts val="1000"/>
              <a:buChar char="■"/>
              <a:defRPr/>
            </a:lvl3pPr>
            <a:lvl4pPr indent="-292100" lvl="3" marL="1828800">
              <a:spcBef>
                <a:spcPts val="0"/>
              </a:spcBef>
              <a:spcAft>
                <a:spcPts val="0"/>
              </a:spcAft>
              <a:buSzPts val="1000"/>
              <a:buChar char="●"/>
              <a:defRPr/>
            </a:lvl4pPr>
            <a:lvl5pPr indent="-292100" lvl="4" marL="2286000">
              <a:spcBef>
                <a:spcPts val="0"/>
              </a:spcBef>
              <a:spcAft>
                <a:spcPts val="0"/>
              </a:spcAft>
              <a:buSzPts val="1000"/>
              <a:buChar char="○"/>
              <a:defRPr/>
            </a:lvl5pPr>
            <a:lvl6pPr indent="-292100" lvl="5" marL="2743200">
              <a:spcBef>
                <a:spcPts val="0"/>
              </a:spcBef>
              <a:spcAft>
                <a:spcPts val="0"/>
              </a:spcAft>
              <a:buSzPts val="1000"/>
              <a:buChar char="■"/>
              <a:defRPr/>
            </a:lvl6pPr>
            <a:lvl7pPr indent="-292100" lvl="6" marL="3200400">
              <a:spcBef>
                <a:spcPts val="0"/>
              </a:spcBef>
              <a:spcAft>
                <a:spcPts val="0"/>
              </a:spcAft>
              <a:buSzPts val="1000"/>
              <a:buChar char="●"/>
              <a:defRPr/>
            </a:lvl7pPr>
            <a:lvl8pPr indent="-292100" lvl="7" marL="3657600">
              <a:spcBef>
                <a:spcPts val="0"/>
              </a:spcBef>
              <a:spcAft>
                <a:spcPts val="0"/>
              </a:spcAft>
              <a:buSzPts val="1000"/>
              <a:buChar char="○"/>
              <a:defRPr/>
            </a:lvl8pPr>
            <a:lvl9pPr indent="-292100" lvl="8" marL="4114800">
              <a:spcBef>
                <a:spcPts val="0"/>
              </a:spcBef>
              <a:spcAft>
                <a:spcPts val="0"/>
              </a:spcAft>
              <a:buSzPts val="1000"/>
              <a:buChar char="■"/>
              <a:defRPr/>
            </a:lvl9pPr>
          </a:lstStyle>
          <a:p/>
        </p:txBody>
      </p:sp>
      <p:sp>
        <p:nvSpPr>
          <p:cNvPr id="131" name="Google Shape;131;p29"/>
          <p:cNvSpPr txBox="1"/>
          <p:nvPr>
            <p:ph type="title"/>
          </p:nvPr>
        </p:nvSpPr>
        <p:spPr>
          <a:xfrm>
            <a:off x="366750" y="450025"/>
            <a:ext cx="8184600" cy="758100"/>
          </a:xfrm>
          <a:prstGeom prst="rect">
            <a:avLst/>
          </a:prstGeom>
        </p:spPr>
        <p:txBody>
          <a:bodyPr anchorCtr="0" anchor="ctr"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132" name="Google Shape;132;p29"/>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33" name="Google Shape;133;p29"/>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34" name="Google Shape;134;p29"/>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
        <p:nvSpPr>
          <p:cNvPr id="135" name="Google Shape;135;p29"/>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000"/>
              <a:buNone/>
              <a:defRPr sz="2000"/>
            </a:lvl1pPr>
            <a:lvl2pPr lvl="1">
              <a:lnSpc>
                <a:spcPct val="100000"/>
              </a:lnSpc>
              <a:spcBef>
                <a:spcPts val="0"/>
              </a:spcBef>
              <a:spcAft>
                <a:spcPts val="0"/>
              </a:spcAft>
              <a:buSzPts val="2000"/>
              <a:buNone/>
              <a:defRPr sz="2000"/>
            </a:lvl2pPr>
            <a:lvl3pPr lvl="2">
              <a:lnSpc>
                <a:spcPct val="100000"/>
              </a:lnSpc>
              <a:spcBef>
                <a:spcPts val="0"/>
              </a:spcBef>
              <a:spcAft>
                <a:spcPts val="0"/>
              </a:spcAft>
              <a:buSzPts val="2000"/>
              <a:buNone/>
              <a:defRPr sz="2000"/>
            </a:lvl3pPr>
            <a:lvl4pPr lvl="3">
              <a:lnSpc>
                <a:spcPct val="100000"/>
              </a:lnSpc>
              <a:spcBef>
                <a:spcPts val="0"/>
              </a:spcBef>
              <a:spcAft>
                <a:spcPts val="0"/>
              </a:spcAft>
              <a:buSzPts val="2000"/>
              <a:buNone/>
              <a:defRPr sz="2000"/>
            </a:lvl4pPr>
            <a:lvl5pPr lvl="4">
              <a:lnSpc>
                <a:spcPct val="100000"/>
              </a:lnSpc>
              <a:spcBef>
                <a:spcPts val="0"/>
              </a:spcBef>
              <a:spcAft>
                <a:spcPts val="0"/>
              </a:spcAft>
              <a:buSzPts val="2000"/>
              <a:buNone/>
              <a:defRPr sz="2000"/>
            </a:lvl5pPr>
            <a:lvl6pPr lvl="5">
              <a:lnSpc>
                <a:spcPct val="100000"/>
              </a:lnSpc>
              <a:spcBef>
                <a:spcPts val="0"/>
              </a:spcBef>
              <a:spcAft>
                <a:spcPts val="0"/>
              </a:spcAft>
              <a:buSzPts val="2000"/>
              <a:buNone/>
              <a:defRPr sz="2000"/>
            </a:lvl6pPr>
            <a:lvl7pPr lvl="6">
              <a:lnSpc>
                <a:spcPct val="100000"/>
              </a:lnSpc>
              <a:spcBef>
                <a:spcPts val="0"/>
              </a:spcBef>
              <a:spcAft>
                <a:spcPts val="0"/>
              </a:spcAft>
              <a:buSzPts val="2000"/>
              <a:buNone/>
              <a:defRPr sz="2000"/>
            </a:lvl7pPr>
            <a:lvl8pPr lvl="7">
              <a:lnSpc>
                <a:spcPct val="100000"/>
              </a:lnSpc>
              <a:spcBef>
                <a:spcPts val="0"/>
              </a:spcBef>
              <a:spcAft>
                <a:spcPts val="0"/>
              </a:spcAft>
              <a:buSzPts val="2000"/>
              <a:buNone/>
              <a:defRPr sz="2000"/>
            </a:lvl8pPr>
            <a:lvl9pPr lvl="8">
              <a:lnSpc>
                <a:spcPct val="100000"/>
              </a:lnSpc>
              <a:spcBef>
                <a:spcPts val="0"/>
              </a:spcBef>
              <a:spcAft>
                <a:spcPts val="0"/>
              </a:spcAft>
              <a:buSzPts val="2000"/>
              <a:buNone/>
              <a:defRPr sz="2000"/>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_ONLY_1_1">
    <p:spTree>
      <p:nvGrpSpPr>
        <p:cNvPr id="136" name="Shape 136"/>
        <p:cNvGrpSpPr/>
        <p:nvPr/>
      </p:nvGrpSpPr>
      <p:grpSpPr>
        <a:xfrm>
          <a:off x="0" y="0"/>
          <a:ext cx="0" cy="0"/>
          <a:chOff x="0" y="0"/>
          <a:chExt cx="0" cy="0"/>
        </a:xfrm>
      </p:grpSpPr>
      <p:sp>
        <p:nvSpPr>
          <p:cNvPr id="137" name="Google Shape;137;p3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138" name="Google Shape;138;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30"/>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4_1">
    <p:spTree>
      <p:nvGrpSpPr>
        <p:cNvPr id="140" name="Shape 140"/>
        <p:cNvGrpSpPr/>
        <p:nvPr/>
      </p:nvGrpSpPr>
      <p:grpSpPr>
        <a:xfrm>
          <a:off x="0" y="0"/>
          <a:ext cx="0" cy="0"/>
          <a:chOff x="0" y="0"/>
          <a:chExt cx="0" cy="0"/>
        </a:xfrm>
      </p:grpSpPr>
      <p:sp>
        <p:nvSpPr>
          <p:cNvPr id="141" name="Google Shape;141;p31"/>
          <p:cNvSpPr txBox="1"/>
          <p:nvPr>
            <p:ph idx="1" type="body"/>
          </p:nvPr>
        </p:nvSpPr>
        <p:spPr>
          <a:xfrm>
            <a:off x="311700" y="4080225"/>
            <a:ext cx="4027500" cy="9261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42" name="Google Shape;142;p31"/>
          <p:cNvSpPr/>
          <p:nvPr>
            <p:ph idx="2" type="pic"/>
          </p:nvPr>
        </p:nvSpPr>
        <p:spPr>
          <a:xfrm>
            <a:off x="4804825" y="1133300"/>
            <a:ext cx="4027500" cy="2392800"/>
          </a:xfrm>
          <a:prstGeom prst="rect">
            <a:avLst/>
          </a:prstGeom>
          <a:noFill/>
          <a:ln>
            <a:noFill/>
          </a:ln>
        </p:spPr>
      </p:sp>
      <p:sp>
        <p:nvSpPr>
          <p:cNvPr id="143" name="Google Shape;143;p31"/>
          <p:cNvSpPr/>
          <p:nvPr>
            <p:ph idx="3" type="pic"/>
          </p:nvPr>
        </p:nvSpPr>
        <p:spPr>
          <a:xfrm>
            <a:off x="311725" y="1133300"/>
            <a:ext cx="4027500" cy="2392800"/>
          </a:xfrm>
          <a:prstGeom prst="rect">
            <a:avLst/>
          </a:prstGeom>
          <a:noFill/>
          <a:ln>
            <a:noFill/>
          </a:ln>
        </p:spPr>
      </p:sp>
      <p:sp>
        <p:nvSpPr>
          <p:cNvPr id="144" name="Google Shape;144;p31"/>
          <p:cNvSpPr txBox="1"/>
          <p:nvPr>
            <p:ph idx="4" type="body"/>
          </p:nvPr>
        </p:nvSpPr>
        <p:spPr>
          <a:xfrm>
            <a:off x="4804825" y="4080225"/>
            <a:ext cx="4027500" cy="9261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45" name="Google Shape;145;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46" name="Google Shape;146;p3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147" name="Google Shape;147;p31"/>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148" name="Google Shape;148;p31"/>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4_1_1">
    <p:spTree>
      <p:nvGrpSpPr>
        <p:cNvPr id="149" name="Shape 149"/>
        <p:cNvGrpSpPr/>
        <p:nvPr/>
      </p:nvGrpSpPr>
      <p:grpSpPr>
        <a:xfrm>
          <a:off x="0" y="0"/>
          <a:ext cx="0" cy="0"/>
          <a:chOff x="0" y="0"/>
          <a:chExt cx="0" cy="0"/>
        </a:xfrm>
      </p:grpSpPr>
      <p:sp>
        <p:nvSpPr>
          <p:cNvPr id="150" name="Google Shape;150;p32"/>
          <p:cNvSpPr txBox="1"/>
          <p:nvPr>
            <p:ph idx="1" type="body"/>
          </p:nvPr>
        </p:nvSpPr>
        <p:spPr>
          <a:xfrm>
            <a:off x="311700"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1" name="Google Shape;151;p32"/>
          <p:cNvSpPr/>
          <p:nvPr>
            <p:ph idx="2" type="pic"/>
          </p:nvPr>
        </p:nvSpPr>
        <p:spPr>
          <a:xfrm>
            <a:off x="6205225" y="1128325"/>
            <a:ext cx="2627100" cy="2273100"/>
          </a:xfrm>
          <a:prstGeom prst="rect">
            <a:avLst/>
          </a:prstGeom>
          <a:noFill/>
          <a:ln>
            <a:noFill/>
          </a:ln>
        </p:spPr>
      </p:sp>
      <p:sp>
        <p:nvSpPr>
          <p:cNvPr id="152" name="Google Shape;152;p32"/>
          <p:cNvSpPr/>
          <p:nvPr>
            <p:ph idx="3" type="pic"/>
          </p:nvPr>
        </p:nvSpPr>
        <p:spPr>
          <a:xfrm>
            <a:off x="311725" y="1128325"/>
            <a:ext cx="2627100" cy="2273100"/>
          </a:xfrm>
          <a:prstGeom prst="rect">
            <a:avLst/>
          </a:prstGeom>
          <a:noFill/>
          <a:ln>
            <a:noFill/>
          </a:ln>
        </p:spPr>
      </p:sp>
      <p:sp>
        <p:nvSpPr>
          <p:cNvPr id="153" name="Google Shape;153;p32"/>
          <p:cNvSpPr txBox="1"/>
          <p:nvPr>
            <p:ph idx="4" type="body"/>
          </p:nvPr>
        </p:nvSpPr>
        <p:spPr>
          <a:xfrm>
            <a:off x="6205225"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4" name="Google Shape;154;p32"/>
          <p:cNvSpPr/>
          <p:nvPr>
            <p:ph idx="5" type="pic"/>
          </p:nvPr>
        </p:nvSpPr>
        <p:spPr>
          <a:xfrm>
            <a:off x="3255250" y="1128325"/>
            <a:ext cx="2627100" cy="2273100"/>
          </a:xfrm>
          <a:prstGeom prst="rect">
            <a:avLst/>
          </a:prstGeom>
          <a:noFill/>
          <a:ln>
            <a:noFill/>
          </a:ln>
        </p:spPr>
      </p:sp>
      <p:sp>
        <p:nvSpPr>
          <p:cNvPr id="155" name="Google Shape;155;p32"/>
          <p:cNvSpPr txBox="1"/>
          <p:nvPr>
            <p:ph idx="6" type="body"/>
          </p:nvPr>
        </p:nvSpPr>
        <p:spPr>
          <a:xfrm>
            <a:off x="3255250" y="3911700"/>
            <a:ext cx="2627100" cy="10185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57" name="Google Shape;157;p3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158" name="Google Shape;158;p32"/>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159" name="Google Shape;159;p32"/>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
        <p:nvSpPr>
          <p:cNvPr id="160" name="Google Shape;160;p32"/>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0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5_1">
    <p:spTree>
      <p:nvGrpSpPr>
        <p:cNvPr id="161" name="Shape 161"/>
        <p:cNvGrpSpPr/>
        <p:nvPr/>
      </p:nvGrpSpPr>
      <p:grpSpPr>
        <a:xfrm>
          <a:off x="0" y="0"/>
          <a:ext cx="0" cy="0"/>
          <a:chOff x="0" y="0"/>
          <a:chExt cx="0" cy="0"/>
        </a:xfrm>
      </p:grpSpPr>
      <p:sp>
        <p:nvSpPr>
          <p:cNvPr id="162" name="Google Shape;162;p33"/>
          <p:cNvSpPr/>
          <p:nvPr>
            <p:ph idx="2" type="pic"/>
          </p:nvPr>
        </p:nvSpPr>
        <p:spPr>
          <a:xfrm>
            <a:off x="311700" y="445025"/>
            <a:ext cx="8520600" cy="4218300"/>
          </a:xfrm>
          <a:prstGeom prst="rect">
            <a:avLst/>
          </a:prstGeom>
          <a:noFill/>
          <a:ln>
            <a:noFill/>
          </a:ln>
        </p:spPr>
      </p:sp>
      <p:sp>
        <p:nvSpPr>
          <p:cNvPr id="163" name="Google Shape;163;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6_1">
    <p:spTree>
      <p:nvGrpSpPr>
        <p:cNvPr id="164" name="Shape 164"/>
        <p:cNvGrpSpPr/>
        <p:nvPr/>
      </p:nvGrpSpPr>
      <p:grpSpPr>
        <a:xfrm>
          <a:off x="0" y="0"/>
          <a:ext cx="0" cy="0"/>
          <a:chOff x="0" y="0"/>
          <a:chExt cx="0" cy="0"/>
        </a:xfrm>
      </p:grpSpPr>
      <p:sp>
        <p:nvSpPr>
          <p:cNvPr id="165" name="Google Shape;165;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66" name="Google Shape;166;p34"/>
          <p:cNvSpPr/>
          <p:nvPr>
            <p:ph idx="2" type="pic"/>
          </p:nvPr>
        </p:nvSpPr>
        <p:spPr>
          <a:xfrm>
            <a:off x="3389600" y="118913"/>
            <a:ext cx="1643700" cy="1535100"/>
          </a:xfrm>
          <a:prstGeom prst="rect">
            <a:avLst/>
          </a:prstGeom>
          <a:noFill/>
          <a:ln>
            <a:noFill/>
          </a:ln>
        </p:spPr>
      </p:sp>
      <p:sp>
        <p:nvSpPr>
          <p:cNvPr id="167" name="Google Shape;167;p34"/>
          <p:cNvSpPr/>
          <p:nvPr>
            <p:ph idx="3" type="pic"/>
          </p:nvPr>
        </p:nvSpPr>
        <p:spPr>
          <a:xfrm>
            <a:off x="5195935" y="118913"/>
            <a:ext cx="1643700" cy="1535100"/>
          </a:xfrm>
          <a:prstGeom prst="rect">
            <a:avLst/>
          </a:prstGeom>
          <a:noFill/>
          <a:ln>
            <a:noFill/>
          </a:ln>
        </p:spPr>
      </p:sp>
      <p:sp>
        <p:nvSpPr>
          <p:cNvPr id="168" name="Google Shape;168;p34"/>
          <p:cNvSpPr/>
          <p:nvPr>
            <p:ph idx="4" type="pic"/>
          </p:nvPr>
        </p:nvSpPr>
        <p:spPr>
          <a:xfrm>
            <a:off x="7002270" y="118913"/>
            <a:ext cx="1643700" cy="1535100"/>
          </a:xfrm>
          <a:prstGeom prst="rect">
            <a:avLst/>
          </a:prstGeom>
          <a:noFill/>
          <a:ln>
            <a:noFill/>
          </a:ln>
        </p:spPr>
      </p:sp>
      <p:sp>
        <p:nvSpPr>
          <p:cNvPr id="169" name="Google Shape;169;p34"/>
          <p:cNvSpPr/>
          <p:nvPr>
            <p:ph idx="5" type="pic"/>
          </p:nvPr>
        </p:nvSpPr>
        <p:spPr>
          <a:xfrm>
            <a:off x="3389588" y="1804212"/>
            <a:ext cx="1643700" cy="1535100"/>
          </a:xfrm>
          <a:prstGeom prst="rect">
            <a:avLst/>
          </a:prstGeom>
          <a:noFill/>
          <a:ln>
            <a:noFill/>
          </a:ln>
        </p:spPr>
      </p:sp>
      <p:sp>
        <p:nvSpPr>
          <p:cNvPr id="170" name="Google Shape;170;p34"/>
          <p:cNvSpPr/>
          <p:nvPr>
            <p:ph idx="6" type="pic"/>
          </p:nvPr>
        </p:nvSpPr>
        <p:spPr>
          <a:xfrm>
            <a:off x="5195922" y="1804212"/>
            <a:ext cx="1643700" cy="1535100"/>
          </a:xfrm>
          <a:prstGeom prst="rect">
            <a:avLst/>
          </a:prstGeom>
          <a:noFill/>
          <a:ln>
            <a:noFill/>
          </a:ln>
        </p:spPr>
      </p:sp>
      <p:sp>
        <p:nvSpPr>
          <p:cNvPr id="171" name="Google Shape;171;p34"/>
          <p:cNvSpPr/>
          <p:nvPr>
            <p:ph idx="7" type="pic"/>
          </p:nvPr>
        </p:nvSpPr>
        <p:spPr>
          <a:xfrm>
            <a:off x="7002257" y="1804212"/>
            <a:ext cx="1643700" cy="1535100"/>
          </a:xfrm>
          <a:prstGeom prst="rect">
            <a:avLst/>
          </a:prstGeom>
          <a:noFill/>
          <a:ln>
            <a:noFill/>
          </a:ln>
        </p:spPr>
      </p:sp>
      <p:sp>
        <p:nvSpPr>
          <p:cNvPr id="172" name="Google Shape;172;p34"/>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173" name="Google Shape;173;p34"/>
          <p:cNvSpPr/>
          <p:nvPr>
            <p:ph idx="8" type="pic"/>
          </p:nvPr>
        </p:nvSpPr>
        <p:spPr>
          <a:xfrm>
            <a:off x="3389588" y="3489487"/>
            <a:ext cx="1643700" cy="1535100"/>
          </a:xfrm>
          <a:prstGeom prst="rect">
            <a:avLst/>
          </a:prstGeom>
          <a:noFill/>
          <a:ln>
            <a:noFill/>
          </a:ln>
        </p:spPr>
      </p:sp>
      <p:sp>
        <p:nvSpPr>
          <p:cNvPr id="174" name="Google Shape;174;p34"/>
          <p:cNvSpPr/>
          <p:nvPr>
            <p:ph idx="9" type="pic"/>
          </p:nvPr>
        </p:nvSpPr>
        <p:spPr>
          <a:xfrm>
            <a:off x="5195922" y="3489487"/>
            <a:ext cx="1643700" cy="1535100"/>
          </a:xfrm>
          <a:prstGeom prst="rect">
            <a:avLst/>
          </a:prstGeom>
          <a:noFill/>
          <a:ln>
            <a:noFill/>
          </a:ln>
        </p:spPr>
      </p:sp>
      <p:sp>
        <p:nvSpPr>
          <p:cNvPr id="175" name="Google Shape;175;p34"/>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title slide" type="title">
  <p:cSld name="TITLE">
    <p:bg>
      <p:bgPr>
        <a:solidFill>
          <a:schemeClr val="dk1"/>
        </a:solidFill>
      </p:bgPr>
    </p:bg>
    <p:spTree>
      <p:nvGrpSpPr>
        <p:cNvPr id="176" name="Shape 176"/>
        <p:cNvGrpSpPr/>
        <p:nvPr/>
      </p:nvGrpSpPr>
      <p:grpSpPr>
        <a:xfrm>
          <a:off x="0" y="0"/>
          <a:ext cx="0" cy="0"/>
          <a:chOff x="0" y="0"/>
          <a:chExt cx="0" cy="0"/>
        </a:xfrm>
      </p:grpSpPr>
      <p:sp>
        <p:nvSpPr>
          <p:cNvPr id="177" name="Google Shape;177;p35"/>
          <p:cNvSpPr txBox="1"/>
          <p:nvPr>
            <p:ph idx="1" type="body"/>
          </p:nvPr>
        </p:nvSpPr>
        <p:spPr>
          <a:xfrm>
            <a:off x="196951" y="4737750"/>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lt1"/>
              </a:buClr>
              <a:buSzPts val="800"/>
              <a:buChar char="●"/>
              <a:defRPr sz="800">
                <a:solidFill>
                  <a:schemeClr val="lt1"/>
                </a:solidFill>
              </a:defRPr>
            </a:lvl1pPr>
            <a:lvl2pPr indent="-279400" lvl="1" marL="914400">
              <a:spcBef>
                <a:spcPts val="0"/>
              </a:spcBef>
              <a:spcAft>
                <a:spcPts val="0"/>
              </a:spcAft>
              <a:buClr>
                <a:schemeClr val="lt1"/>
              </a:buClr>
              <a:buSzPts val="800"/>
              <a:buChar char="○"/>
              <a:defRPr>
                <a:solidFill>
                  <a:schemeClr val="lt1"/>
                </a:solidFill>
              </a:defRPr>
            </a:lvl2pPr>
            <a:lvl3pPr indent="-279400" lvl="2" marL="1371600">
              <a:spcBef>
                <a:spcPts val="0"/>
              </a:spcBef>
              <a:spcAft>
                <a:spcPts val="0"/>
              </a:spcAft>
              <a:buClr>
                <a:schemeClr val="lt1"/>
              </a:buClr>
              <a:buSzPts val="800"/>
              <a:buChar char="■"/>
              <a:defRPr sz="800">
                <a:solidFill>
                  <a:schemeClr val="lt1"/>
                </a:solidFill>
              </a:defRPr>
            </a:lvl3pPr>
            <a:lvl4pPr indent="-279400" lvl="3" marL="1828800">
              <a:spcBef>
                <a:spcPts val="0"/>
              </a:spcBef>
              <a:spcAft>
                <a:spcPts val="0"/>
              </a:spcAft>
              <a:buClr>
                <a:schemeClr val="lt1"/>
              </a:buClr>
              <a:buSzPts val="800"/>
              <a:buChar char="●"/>
              <a:defRPr sz="800">
                <a:solidFill>
                  <a:schemeClr val="lt1"/>
                </a:solidFill>
              </a:defRPr>
            </a:lvl4pPr>
            <a:lvl5pPr indent="-279400" lvl="4" marL="2286000">
              <a:spcBef>
                <a:spcPts val="0"/>
              </a:spcBef>
              <a:spcAft>
                <a:spcPts val="0"/>
              </a:spcAft>
              <a:buClr>
                <a:schemeClr val="lt1"/>
              </a:buClr>
              <a:buSzPts val="800"/>
              <a:buChar char="○"/>
              <a:defRPr sz="800">
                <a:solidFill>
                  <a:schemeClr val="lt1"/>
                </a:solidFill>
              </a:defRPr>
            </a:lvl5pPr>
            <a:lvl6pPr indent="-279400" lvl="5" marL="2743200">
              <a:spcBef>
                <a:spcPts val="0"/>
              </a:spcBef>
              <a:spcAft>
                <a:spcPts val="0"/>
              </a:spcAft>
              <a:buClr>
                <a:schemeClr val="lt1"/>
              </a:buClr>
              <a:buSzPts val="800"/>
              <a:buChar char="■"/>
              <a:defRPr sz="800">
                <a:solidFill>
                  <a:schemeClr val="lt1"/>
                </a:solidFill>
              </a:defRPr>
            </a:lvl6pPr>
            <a:lvl7pPr indent="-279400" lvl="6" marL="3200400">
              <a:spcBef>
                <a:spcPts val="0"/>
              </a:spcBef>
              <a:spcAft>
                <a:spcPts val="0"/>
              </a:spcAft>
              <a:buClr>
                <a:schemeClr val="lt1"/>
              </a:buClr>
              <a:buSzPts val="800"/>
              <a:buChar char="●"/>
              <a:defRPr sz="800">
                <a:solidFill>
                  <a:schemeClr val="lt1"/>
                </a:solidFill>
              </a:defRPr>
            </a:lvl7pPr>
            <a:lvl8pPr indent="-279400" lvl="7" marL="3657600">
              <a:spcBef>
                <a:spcPts val="0"/>
              </a:spcBef>
              <a:spcAft>
                <a:spcPts val="0"/>
              </a:spcAft>
              <a:buClr>
                <a:schemeClr val="lt1"/>
              </a:buClr>
              <a:buSzPts val="800"/>
              <a:buChar char="○"/>
              <a:defRPr sz="800">
                <a:solidFill>
                  <a:schemeClr val="lt1"/>
                </a:solidFill>
              </a:defRPr>
            </a:lvl8pPr>
            <a:lvl9pPr indent="-279400" lvl="8" marL="4114800">
              <a:spcBef>
                <a:spcPts val="0"/>
              </a:spcBef>
              <a:spcAft>
                <a:spcPts val="0"/>
              </a:spcAft>
              <a:buClr>
                <a:schemeClr val="lt1"/>
              </a:buClr>
              <a:buSzPts val="800"/>
              <a:buChar char="■"/>
              <a:defRPr sz="800">
                <a:solidFill>
                  <a:schemeClr val="lt1"/>
                </a:solidFill>
              </a:defRPr>
            </a:lvl9pPr>
          </a:lstStyle>
          <a:p/>
        </p:txBody>
      </p:sp>
      <p:sp>
        <p:nvSpPr>
          <p:cNvPr id="178" name="Google Shape;178;p35"/>
          <p:cNvSpPr txBox="1"/>
          <p:nvPr>
            <p:ph type="ctrTitle"/>
          </p:nvPr>
        </p:nvSpPr>
        <p:spPr>
          <a:xfrm>
            <a:off x="196950" y="223825"/>
            <a:ext cx="8011800" cy="18771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6750"/>
              <a:buNone/>
              <a:defRPr sz="6750">
                <a:solidFill>
                  <a:schemeClr val="lt1"/>
                </a:solidFill>
              </a:defRPr>
            </a:lvl1pPr>
            <a:lvl2pPr lvl="1">
              <a:spcBef>
                <a:spcPts val="0"/>
              </a:spcBef>
              <a:spcAft>
                <a:spcPts val="0"/>
              </a:spcAft>
              <a:buClr>
                <a:schemeClr val="lt1"/>
              </a:buClr>
              <a:buSzPts val="5200"/>
              <a:buNone/>
              <a:defRPr sz="5200">
                <a:solidFill>
                  <a:schemeClr val="lt1"/>
                </a:solidFill>
              </a:defRPr>
            </a:lvl2pPr>
            <a:lvl3pPr lvl="2">
              <a:spcBef>
                <a:spcPts val="0"/>
              </a:spcBef>
              <a:spcAft>
                <a:spcPts val="0"/>
              </a:spcAft>
              <a:buClr>
                <a:schemeClr val="lt1"/>
              </a:buClr>
              <a:buSzPts val="5200"/>
              <a:buNone/>
              <a:defRPr sz="5200">
                <a:solidFill>
                  <a:schemeClr val="lt1"/>
                </a:solidFill>
              </a:defRPr>
            </a:lvl3pPr>
            <a:lvl4pPr lvl="3">
              <a:spcBef>
                <a:spcPts val="0"/>
              </a:spcBef>
              <a:spcAft>
                <a:spcPts val="0"/>
              </a:spcAft>
              <a:buClr>
                <a:schemeClr val="lt1"/>
              </a:buClr>
              <a:buSzPts val="5200"/>
              <a:buNone/>
              <a:defRPr sz="5200">
                <a:solidFill>
                  <a:schemeClr val="lt1"/>
                </a:solidFill>
              </a:defRPr>
            </a:lvl4pPr>
            <a:lvl5pPr lvl="4">
              <a:spcBef>
                <a:spcPts val="0"/>
              </a:spcBef>
              <a:spcAft>
                <a:spcPts val="0"/>
              </a:spcAft>
              <a:buClr>
                <a:schemeClr val="lt1"/>
              </a:buClr>
              <a:buSzPts val="5200"/>
              <a:buNone/>
              <a:defRPr sz="5200">
                <a:solidFill>
                  <a:schemeClr val="lt1"/>
                </a:solidFill>
              </a:defRPr>
            </a:lvl5pPr>
            <a:lvl6pPr lvl="5">
              <a:spcBef>
                <a:spcPts val="0"/>
              </a:spcBef>
              <a:spcAft>
                <a:spcPts val="0"/>
              </a:spcAft>
              <a:buClr>
                <a:schemeClr val="lt1"/>
              </a:buClr>
              <a:buSzPts val="5200"/>
              <a:buNone/>
              <a:defRPr sz="5200">
                <a:solidFill>
                  <a:schemeClr val="lt1"/>
                </a:solidFill>
              </a:defRPr>
            </a:lvl6pPr>
            <a:lvl7pPr lvl="6">
              <a:spcBef>
                <a:spcPts val="0"/>
              </a:spcBef>
              <a:spcAft>
                <a:spcPts val="0"/>
              </a:spcAft>
              <a:buClr>
                <a:schemeClr val="lt1"/>
              </a:buClr>
              <a:buSzPts val="5200"/>
              <a:buNone/>
              <a:defRPr sz="5200">
                <a:solidFill>
                  <a:schemeClr val="lt1"/>
                </a:solidFill>
              </a:defRPr>
            </a:lvl7pPr>
            <a:lvl8pPr lvl="7">
              <a:spcBef>
                <a:spcPts val="0"/>
              </a:spcBef>
              <a:spcAft>
                <a:spcPts val="0"/>
              </a:spcAft>
              <a:buClr>
                <a:schemeClr val="lt1"/>
              </a:buClr>
              <a:buSzPts val="5200"/>
              <a:buNone/>
              <a:defRPr sz="5200">
                <a:solidFill>
                  <a:schemeClr val="lt1"/>
                </a:solidFill>
              </a:defRPr>
            </a:lvl8pPr>
            <a:lvl9pPr lvl="8">
              <a:spcBef>
                <a:spcPts val="0"/>
              </a:spcBef>
              <a:spcAft>
                <a:spcPts val="0"/>
              </a:spcAft>
              <a:buClr>
                <a:schemeClr val="lt1"/>
              </a:buClr>
              <a:buSzPts val="5200"/>
              <a:buNone/>
              <a:defRPr sz="5200">
                <a:solidFill>
                  <a:schemeClr val="lt1"/>
                </a:solidFill>
              </a:defRPr>
            </a:lvl9pPr>
          </a:lstStyle>
          <a:p/>
        </p:txBody>
      </p:sp>
      <p:sp>
        <p:nvSpPr>
          <p:cNvPr id="179" name="Google Shape;179;p35"/>
          <p:cNvSpPr txBox="1"/>
          <p:nvPr>
            <p:ph idx="2" type="subTitle"/>
          </p:nvPr>
        </p:nvSpPr>
        <p:spPr>
          <a:xfrm>
            <a:off x="196950" y="2171250"/>
            <a:ext cx="3986700" cy="5556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chemeClr val="lt1"/>
              </a:buClr>
              <a:buSzPts val="1850"/>
              <a:buFont typeface="DM Sans Medium"/>
              <a:buNone/>
              <a:defRPr sz="1850">
                <a:solidFill>
                  <a:schemeClr val="lt1"/>
                </a:solidFill>
                <a:latin typeface="DM Sans Medium"/>
                <a:ea typeface="DM Sans Medium"/>
                <a:cs typeface="DM Sans Medium"/>
                <a:sym typeface="DM Sans Medium"/>
              </a:defRPr>
            </a:lvl1pPr>
            <a:lvl2pPr lvl="1" algn="ctr">
              <a:lnSpc>
                <a:spcPct val="100000"/>
              </a:lnSpc>
              <a:spcBef>
                <a:spcPts val="0"/>
              </a:spcBef>
              <a:spcAft>
                <a:spcPts val="0"/>
              </a:spcAft>
              <a:buClr>
                <a:schemeClr val="lt1"/>
              </a:buClr>
              <a:buSzPts val="2800"/>
              <a:buNone/>
              <a:defRPr sz="2800">
                <a:solidFill>
                  <a:schemeClr val="lt1"/>
                </a:solidFill>
              </a:defRPr>
            </a:lvl2pPr>
            <a:lvl3pPr lvl="2" algn="ctr">
              <a:lnSpc>
                <a:spcPct val="100000"/>
              </a:lnSpc>
              <a:spcBef>
                <a:spcPts val="0"/>
              </a:spcBef>
              <a:spcAft>
                <a:spcPts val="0"/>
              </a:spcAft>
              <a:buClr>
                <a:schemeClr val="lt1"/>
              </a:buClr>
              <a:buSzPts val="2800"/>
              <a:buNone/>
              <a:defRPr sz="2800">
                <a:solidFill>
                  <a:schemeClr val="lt1"/>
                </a:solidFill>
              </a:defRPr>
            </a:lvl3pPr>
            <a:lvl4pPr lvl="3" algn="ctr">
              <a:lnSpc>
                <a:spcPct val="100000"/>
              </a:lnSpc>
              <a:spcBef>
                <a:spcPts val="0"/>
              </a:spcBef>
              <a:spcAft>
                <a:spcPts val="0"/>
              </a:spcAft>
              <a:buClr>
                <a:schemeClr val="lt1"/>
              </a:buClr>
              <a:buSzPts val="2800"/>
              <a:buNone/>
              <a:defRPr sz="2800">
                <a:solidFill>
                  <a:schemeClr val="lt1"/>
                </a:solidFill>
              </a:defRPr>
            </a:lvl4pPr>
            <a:lvl5pPr lvl="4" algn="ctr">
              <a:lnSpc>
                <a:spcPct val="100000"/>
              </a:lnSpc>
              <a:spcBef>
                <a:spcPts val="0"/>
              </a:spcBef>
              <a:spcAft>
                <a:spcPts val="0"/>
              </a:spcAft>
              <a:buClr>
                <a:schemeClr val="lt1"/>
              </a:buClr>
              <a:buSzPts val="2800"/>
              <a:buNone/>
              <a:defRPr sz="2800">
                <a:solidFill>
                  <a:schemeClr val="lt1"/>
                </a:solidFill>
              </a:defRPr>
            </a:lvl5pPr>
            <a:lvl6pPr lvl="5" algn="ctr">
              <a:lnSpc>
                <a:spcPct val="100000"/>
              </a:lnSpc>
              <a:spcBef>
                <a:spcPts val="0"/>
              </a:spcBef>
              <a:spcAft>
                <a:spcPts val="0"/>
              </a:spcAft>
              <a:buClr>
                <a:schemeClr val="lt1"/>
              </a:buClr>
              <a:buSzPts val="2800"/>
              <a:buNone/>
              <a:defRPr sz="2800">
                <a:solidFill>
                  <a:schemeClr val="lt1"/>
                </a:solidFill>
              </a:defRPr>
            </a:lvl6pPr>
            <a:lvl7pPr lvl="6" algn="ctr">
              <a:lnSpc>
                <a:spcPct val="100000"/>
              </a:lnSpc>
              <a:spcBef>
                <a:spcPts val="0"/>
              </a:spcBef>
              <a:spcAft>
                <a:spcPts val="0"/>
              </a:spcAft>
              <a:buClr>
                <a:schemeClr val="lt1"/>
              </a:buClr>
              <a:buSzPts val="2800"/>
              <a:buNone/>
              <a:defRPr sz="2800">
                <a:solidFill>
                  <a:schemeClr val="lt1"/>
                </a:solidFill>
              </a:defRPr>
            </a:lvl7pPr>
            <a:lvl8pPr lvl="7" algn="ctr">
              <a:lnSpc>
                <a:spcPct val="100000"/>
              </a:lnSpc>
              <a:spcBef>
                <a:spcPts val="0"/>
              </a:spcBef>
              <a:spcAft>
                <a:spcPts val="0"/>
              </a:spcAft>
              <a:buClr>
                <a:schemeClr val="lt1"/>
              </a:buClr>
              <a:buSzPts val="2800"/>
              <a:buNone/>
              <a:defRPr sz="2800">
                <a:solidFill>
                  <a:schemeClr val="lt1"/>
                </a:solidFill>
              </a:defRPr>
            </a:lvl8pPr>
            <a:lvl9pPr lvl="8" algn="ctr">
              <a:lnSpc>
                <a:spcPct val="100000"/>
              </a:lnSpc>
              <a:spcBef>
                <a:spcPts val="0"/>
              </a:spcBef>
              <a:spcAft>
                <a:spcPts val="0"/>
              </a:spcAft>
              <a:buClr>
                <a:schemeClr val="lt1"/>
              </a:buClr>
              <a:buSzPts val="2800"/>
              <a:buNone/>
              <a:defRPr sz="2800">
                <a:solidFill>
                  <a:schemeClr val="lt1"/>
                </a:solidFill>
              </a:defRPr>
            </a:lvl9pPr>
          </a:lstStyle>
          <a:p/>
        </p:txBody>
      </p:sp>
      <p:sp>
        <p:nvSpPr>
          <p:cNvPr id="180" name="Google Shape;180;p35"/>
          <p:cNvSpPr/>
          <p:nvPr>
            <p:ph idx="3" type="pic"/>
          </p:nvPr>
        </p:nvSpPr>
        <p:spPr>
          <a:xfrm>
            <a:off x="4437578" y="2171250"/>
            <a:ext cx="4509600" cy="2775600"/>
          </a:xfrm>
          <a:prstGeom prst="round2DiagRect">
            <a:avLst>
              <a:gd fmla="val 16667" name="adj1"/>
              <a:gd fmla="val 0" name="adj2"/>
            </a:avLst>
          </a:prstGeom>
          <a:noFill/>
          <a:ln>
            <a:noFill/>
          </a:ln>
        </p:spPr>
      </p:sp>
      <p:sp>
        <p:nvSpPr>
          <p:cNvPr id="181" name="Google Shape;181;p35"/>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number" type="secHead">
  <p:cSld name="SECTION_HEADER">
    <p:spTree>
      <p:nvGrpSpPr>
        <p:cNvPr id="182" name="Shape 182"/>
        <p:cNvGrpSpPr/>
        <p:nvPr/>
      </p:nvGrpSpPr>
      <p:grpSpPr>
        <a:xfrm>
          <a:off x="0" y="0"/>
          <a:ext cx="0" cy="0"/>
          <a:chOff x="0" y="0"/>
          <a:chExt cx="0" cy="0"/>
        </a:xfrm>
      </p:grpSpPr>
      <p:sp>
        <p:nvSpPr>
          <p:cNvPr id="183" name="Google Shape;183;p36"/>
          <p:cNvSpPr txBox="1"/>
          <p:nvPr>
            <p:ph type="title"/>
          </p:nvPr>
        </p:nvSpPr>
        <p:spPr>
          <a:xfrm>
            <a:off x="511953" y="5885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84" name="Google Shape;184;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36"/>
          <p:cNvSpPr txBox="1"/>
          <p:nvPr>
            <p:ph idx="2" type="title"/>
          </p:nvPr>
        </p:nvSpPr>
        <p:spPr>
          <a:xfrm>
            <a:off x="511953" y="14303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86" name="Google Shape;186;p36"/>
          <p:cNvSpPr txBox="1"/>
          <p:nvPr>
            <p:ph idx="3" type="title"/>
          </p:nvPr>
        </p:nvSpPr>
        <p:spPr>
          <a:xfrm>
            <a:off x="511953" y="22721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87" name="Google Shape;187;p36"/>
          <p:cNvSpPr txBox="1"/>
          <p:nvPr>
            <p:ph idx="4" type="title"/>
          </p:nvPr>
        </p:nvSpPr>
        <p:spPr>
          <a:xfrm>
            <a:off x="511953" y="31139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88" name="Google Shape;188;p36"/>
          <p:cNvSpPr txBox="1"/>
          <p:nvPr>
            <p:ph idx="5" type="title"/>
          </p:nvPr>
        </p:nvSpPr>
        <p:spPr>
          <a:xfrm>
            <a:off x="511953" y="3955799"/>
            <a:ext cx="74643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50"/>
              <a:buNone/>
              <a:defRPr sz="365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89" name="Google Shape;189;p36"/>
          <p:cNvSpPr txBox="1"/>
          <p:nvPr>
            <p:ph idx="1"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190" name="Google Shape;190;p36"/>
          <p:cNvSpPr txBox="1"/>
          <p:nvPr>
            <p:ph idx="6"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1" type="tx">
  <p:cSld name="TITLE_AND_BODY">
    <p:spTree>
      <p:nvGrpSpPr>
        <p:cNvPr id="191" name="Shape 191"/>
        <p:cNvGrpSpPr/>
        <p:nvPr/>
      </p:nvGrpSpPr>
      <p:grpSpPr>
        <a:xfrm>
          <a:off x="0" y="0"/>
          <a:ext cx="0" cy="0"/>
          <a:chOff x="0" y="0"/>
          <a:chExt cx="0" cy="0"/>
        </a:xfrm>
      </p:grpSpPr>
      <p:sp>
        <p:nvSpPr>
          <p:cNvPr id="192" name="Google Shape;192;p3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93" name="Google Shape;193;p37"/>
          <p:cNvSpPr txBox="1"/>
          <p:nvPr>
            <p:ph idx="1" type="subTitle"/>
          </p:nvPr>
        </p:nvSpPr>
        <p:spPr>
          <a:xfrm>
            <a:off x="975300" y="1864050"/>
            <a:ext cx="7193400" cy="1415400"/>
          </a:xfrm>
          <a:prstGeom prst="rect">
            <a:avLst/>
          </a:prstGeom>
        </p:spPr>
        <p:txBody>
          <a:bodyPr anchorCtr="0" anchor="ctr" bIns="91425" lIns="91425" spcFirstLastPara="1" rIns="91425" wrap="square" tIns="91425">
            <a:spAutoFit/>
          </a:bodyPr>
          <a:lstStyle>
            <a:lvl1pPr lvl="0"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1pPr>
            <a:lvl2pPr lvl="1"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2pPr>
            <a:lvl3pPr lvl="2"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3pPr>
            <a:lvl4pPr lvl="3"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4pPr>
            <a:lvl5pPr lvl="4"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5pPr>
            <a:lvl6pPr lvl="5"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6pPr>
            <a:lvl7pPr lvl="6"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7pPr>
            <a:lvl8pPr lvl="7"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8pPr>
            <a:lvl9pPr lvl="8" algn="ctr">
              <a:lnSpc>
                <a:spcPct val="100000"/>
              </a:lnSpc>
              <a:spcBef>
                <a:spcPts val="0"/>
              </a:spcBef>
              <a:spcAft>
                <a:spcPts val="0"/>
              </a:spcAft>
              <a:buClr>
                <a:schemeClr val="dk1"/>
              </a:buClr>
              <a:buSzPts val="2650"/>
              <a:buFont typeface="Merriweather"/>
              <a:buNone/>
              <a:defRPr sz="2650">
                <a:solidFill>
                  <a:schemeClr val="dk1"/>
                </a:solidFill>
                <a:latin typeface="Merriweather"/>
                <a:ea typeface="Merriweather"/>
                <a:cs typeface="Merriweather"/>
                <a:sym typeface="Merriweather"/>
              </a:defRPr>
            </a:lvl9pPr>
          </a:lstStyle>
          <a:p/>
        </p:txBody>
      </p:sp>
      <p:sp>
        <p:nvSpPr>
          <p:cNvPr id="194" name="Google Shape;194;p37"/>
          <p:cNvSpPr txBox="1"/>
          <p:nvPr>
            <p:ph idx="2" type="body"/>
          </p:nvPr>
        </p:nvSpPr>
        <p:spPr>
          <a:xfrm>
            <a:off x="196951" y="196725"/>
            <a:ext cx="18591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195" name="Google Shape;195;p37"/>
          <p:cNvSpPr txBox="1"/>
          <p:nvPr>
            <p:ph idx="3"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TITLE_AND_BODY_1">
    <p:bg>
      <p:bgPr>
        <a:solidFill>
          <a:schemeClr val="dk1"/>
        </a:solidFill>
      </p:bgPr>
    </p:bg>
    <p:spTree>
      <p:nvGrpSpPr>
        <p:cNvPr id="196" name="Shape 196"/>
        <p:cNvGrpSpPr/>
        <p:nvPr/>
      </p:nvGrpSpPr>
      <p:grpSpPr>
        <a:xfrm>
          <a:off x="0" y="0"/>
          <a:ext cx="0" cy="0"/>
          <a:chOff x="0" y="0"/>
          <a:chExt cx="0" cy="0"/>
        </a:xfrm>
      </p:grpSpPr>
      <p:sp>
        <p:nvSpPr>
          <p:cNvPr id="197" name="Google Shape;197;p3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198" name="Google Shape;198;p38"/>
          <p:cNvSpPr txBox="1"/>
          <p:nvPr>
            <p:ph idx="1" type="subTitle"/>
          </p:nvPr>
        </p:nvSpPr>
        <p:spPr>
          <a:xfrm>
            <a:off x="975300" y="1864050"/>
            <a:ext cx="7193400" cy="1415400"/>
          </a:xfrm>
          <a:prstGeom prst="rect">
            <a:avLst/>
          </a:prstGeom>
        </p:spPr>
        <p:txBody>
          <a:bodyPr anchorCtr="0" anchor="ctr" bIns="91425" lIns="91425" spcFirstLastPara="1" rIns="91425" wrap="square" tIns="91425">
            <a:spAutoFit/>
          </a:bodyPr>
          <a:lstStyle>
            <a:lvl1pPr lvl="0"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1pPr>
            <a:lvl2pPr lvl="1"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2pPr>
            <a:lvl3pPr lvl="2"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3pPr>
            <a:lvl4pPr lvl="3"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4pPr>
            <a:lvl5pPr lvl="4"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5pPr>
            <a:lvl6pPr lvl="5"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6pPr>
            <a:lvl7pPr lvl="6"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7pPr>
            <a:lvl8pPr lvl="7"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8pPr>
            <a:lvl9pPr lvl="8" algn="ctr">
              <a:lnSpc>
                <a:spcPct val="100000"/>
              </a:lnSpc>
              <a:spcBef>
                <a:spcPts val="0"/>
              </a:spcBef>
              <a:spcAft>
                <a:spcPts val="0"/>
              </a:spcAft>
              <a:buClr>
                <a:schemeClr val="lt1"/>
              </a:buClr>
              <a:buSzPts val="2650"/>
              <a:buFont typeface="Merriweather"/>
              <a:buNone/>
              <a:defRPr sz="2650">
                <a:solidFill>
                  <a:schemeClr val="lt1"/>
                </a:solidFill>
                <a:latin typeface="Merriweather"/>
                <a:ea typeface="Merriweather"/>
                <a:cs typeface="Merriweather"/>
                <a:sym typeface="Merriweather"/>
              </a:defRPr>
            </a:lvl9pPr>
          </a:lstStyle>
          <a:p/>
        </p:txBody>
      </p:sp>
      <p:sp>
        <p:nvSpPr>
          <p:cNvPr id="199" name="Google Shape;199;p38"/>
          <p:cNvSpPr txBox="1"/>
          <p:nvPr>
            <p:ph idx="2"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lt1"/>
              </a:buClr>
              <a:buSzPts val="800"/>
              <a:buChar char="●"/>
              <a:defRPr sz="800">
                <a:solidFill>
                  <a:schemeClr val="lt1"/>
                </a:solidFill>
              </a:defRPr>
            </a:lvl1pPr>
            <a:lvl2pPr indent="-279400" lvl="1" marL="914400">
              <a:spcBef>
                <a:spcPts val="0"/>
              </a:spcBef>
              <a:spcAft>
                <a:spcPts val="0"/>
              </a:spcAft>
              <a:buClr>
                <a:schemeClr val="lt1"/>
              </a:buClr>
              <a:buSzPts val="800"/>
              <a:buChar char="○"/>
              <a:defRPr>
                <a:solidFill>
                  <a:schemeClr val="lt1"/>
                </a:solidFill>
              </a:defRPr>
            </a:lvl2pPr>
            <a:lvl3pPr indent="-279400" lvl="2" marL="1371600">
              <a:spcBef>
                <a:spcPts val="0"/>
              </a:spcBef>
              <a:spcAft>
                <a:spcPts val="0"/>
              </a:spcAft>
              <a:buClr>
                <a:schemeClr val="lt1"/>
              </a:buClr>
              <a:buSzPts val="800"/>
              <a:buChar char="■"/>
              <a:defRPr sz="800">
                <a:solidFill>
                  <a:schemeClr val="lt1"/>
                </a:solidFill>
              </a:defRPr>
            </a:lvl3pPr>
            <a:lvl4pPr indent="-279400" lvl="3" marL="1828800">
              <a:spcBef>
                <a:spcPts val="0"/>
              </a:spcBef>
              <a:spcAft>
                <a:spcPts val="0"/>
              </a:spcAft>
              <a:buClr>
                <a:schemeClr val="lt1"/>
              </a:buClr>
              <a:buSzPts val="800"/>
              <a:buChar char="●"/>
              <a:defRPr sz="800">
                <a:solidFill>
                  <a:schemeClr val="lt1"/>
                </a:solidFill>
              </a:defRPr>
            </a:lvl4pPr>
            <a:lvl5pPr indent="-279400" lvl="4" marL="2286000">
              <a:spcBef>
                <a:spcPts val="0"/>
              </a:spcBef>
              <a:spcAft>
                <a:spcPts val="0"/>
              </a:spcAft>
              <a:buClr>
                <a:schemeClr val="lt1"/>
              </a:buClr>
              <a:buSzPts val="800"/>
              <a:buChar char="○"/>
              <a:defRPr sz="800">
                <a:solidFill>
                  <a:schemeClr val="lt1"/>
                </a:solidFill>
              </a:defRPr>
            </a:lvl5pPr>
            <a:lvl6pPr indent="-279400" lvl="5" marL="2743200">
              <a:spcBef>
                <a:spcPts val="0"/>
              </a:spcBef>
              <a:spcAft>
                <a:spcPts val="0"/>
              </a:spcAft>
              <a:buClr>
                <a:schemeClr val="lt1"/>
              </a:buClr>
              <a:buSzPts val="800"/>
              <a:buChar char="■"/>
              <a:defRPr sz="800">
                <a:solidFill>
                  <a:schemeClr val="lt1"/>
                </a:solidFill>
              </a:defRPr>
            </a:lvl6pPr>
            <a:lvl7pPr indent="-279400" lvl="6" marL="3200400">
              <a:spcBef>
                <a:spcPts val="0"/>
              </a:spcBef>
              <a:spcAft>
                <a:spcPts val="0"/>
              </a:spcAft>
              <a:buClr>
                <a:schemeClr val="lt1"/>
              </a:buClr>
              <a:buSzPts val="800"/>
              <a:buChar char="●"/>
              <a:defRPr sz="800">
                <a:solidFill>
                  <a:schemeClr val="lt1"/>
                </a:solidFill>
              </a:defRPr>
            </a:lvl7pPr>
            <a:lvl8pPr indent="-279400" lvl="7" marL="3657600">
              <a:spcBef>
                <a:spcPts val="0"/>
              </a:spcBef>
              <a:spcAft>
                <a:spcPts val="0"/>
              </a:spcAft>
              <a:buClr>
                <a:schemeClr val="lt1"/>
              </a:buClr>
              <a:buSzPts val="800"/>
              <a:buChar char="○"/>
              <a:defRPr sz="800">
                <a:solidFill>
                  <a:schemeClr val="lt1"/>
                </a:solidFill>
              </a:defRPr>
            </a:lvl8pPr>
            <a:lvl9pPr indent="-279400" lvl="8" marL="4114800">
              <a:spcBef>
                <a:spcPts val="0"/>
              </a:spcBef>
              <a:spcAft>
                <a:spcPts val="0"/>
              </a:spcAft>
              <a:buClr>
                <a:schemeClr val="lt1"/>
              </a:buClr>
              <a:buSzPts val="800"/>
              <a:buChar char="■"/>
              <a:defRPr sz="800">
                <a:solidFill>
                  <a:schemeClr val="lt1"/>
                </a:solidFill>
              </a:defRPr>
            </a:lvl9pPr>
          </a:lstStyle>
          <a:p/>
        </p:txBody>
      </p:sp>
      <p:sp>
        <p:nvSpPr>
          <p:cNvPr id="200" name="Google Shape;200;p38"/>
          <p:cNvSpPr txBox="1"/>
          <p:nvPr>
            <p:ph idx="3"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1" type="twoColTx">
  <p:cSld name="TITLE_AND_TWO_COLUMNS">
    <p:spTree>
      <p:nvGrpSpPr>
        <p:cNvPr id="201" name="Shape 201"/>
        <p:cNvGrpSpPr/>
        <p:nvPr/>
      </p:nvGrpSpPr>
      <p:grpSpPr>
        <a:xfrm>
          <a:off x="0" y="0"/>
          <a:ext cx="0" cy="0"/>
          <a:chOff x="0" y="0"/>
          <a:chExt cx="0" cy="0"/>
        </a:xfrm>
      </p:grpSpPr>
      <p:sp>
        <p:nvSpPr>
          <p:cNvPr id="202" name="Google Shape;202;p39"/>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lvl1pPr lvl="0">
              <a:spcBef>
                <a:spcPts val="0"/>
              </a:spcBef>
              <a:spcAft>
                <a:spcPts val="0"/>
              </a:spcAft>
              <a:buSzPts val="3450"/>
              <a:buNone/>
              <a:defRPr/>
            </a:lvl1pPr>
            <a:lvl2pPr lvl="1">
              <a:spcBef>
                <a:spcPts val="0"/>
              </a:spcBef>
              <a:spcAft>
                <a:spcPts val="0"/>
              </a:spcAft>
              <a:buSzPts val="3450"/>
              <a:buNone/>
              <a:defRPr/>
            </a:lvl2pPr>
            <a:lvl3pPr lvl="2">
              <a:spcBef>
                <a:spcPts val="0"/>
              </a:spcBef>
              <a:spcAft>
                <a:spcPts val="0"/>
              </a:spcAft>
              <a:buSzPts val="3450"/>
              <a:buNone/>
              <a:defRPr/>
            </a:lvl3pPr>
            <a:lvl4pPr lvl="3">
              <a:spcBef>
                <a:spcPts val="0"/>
              </a:spcBef>
              <a:spcAft>
                <a:spcPts val="0"/>
              </a:spcAft>
              <a:buSzPts val="3450"/>
              <a:buNone/>
              <a:defRPr/>
            </a:lvl4pPr>
            <a:lvl5pPr lvl="4">
              <a:spcBef>
                <a:spcPts val="0"/>
              </a:spcBef>
              <a:spcAft>
                <a:spcPts val="0"/>
              </a:spcAft>
              <a:buSzPts val="3450"/>
              <a:buNone/>
              <a:defRPr/>
            </a:lvl5pPr>
            <a:lvl6pPr lvl="5">
              <a:spcBef>
                <a:spcPts val="0"/>
              </a:spcBef>
              <a:spcAft>
                <a:spcPts val="0"/>
              </a:spcAft>
              <a:buSzPts val="3450"/>
              <a:buNone/>
              <a:defRPr/>
            </a:lvl6pPr>
            <a:lvl7pPr lvl="6">
              <a:spcBef>
                <a:spcPts val="0"/>
              </a:spcBef>
              <a:spcAft>
                <a:spcPts val="0"/>
              </a:spcAft>
              <a:buSzPts val="3450"/>
              <a:buNone/>
              <a:defRPr/>
            </a:lvl7pPr>
            <a:lvl8pPr lvl="7">
              <a:spcBef>
                <a:spcPts val="0"/>
              </a:spcBef>
              <a:spcAft>
                <a:spcPts val="0"/>
              </a:spcAft>
              <a:buSzPts val="3450"/>
              <a:buNone/>
              <a:defRPr/>
            </a:lvl8pPr>
            <a:lvl9pPr lvl="8">
              <a:spcBef>
                <a:spcPts val="0"/>
              </a:spcBef>
              <a:spcAft>
                <a:spcPts val="0"/>
              </a:spcAft>
              <a:buSzPts val="3450"/>
              <a:buNone/>
              <a:defRPr/>
            </a:lvl9pPr>
          </a:lstStyle>
          <a:p/>
        </p:txBody>
      </p:sp>
      <p:sp>
        <p:nvSpPr>
          <p:cNvPr id="203" name="Google Shape;203;p39"/>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Clr>
                <a:schemeClr val="dk1"/>
              </a:buClr>
              <a:buSzPts val="1000"/>
              <a:buChar char="●"/>
              <a:defRPr>
                <a:solidFill>
                  <a:schemeClr val="dk1"/>
                </a:solidFill>
              </a:defRPr>
            </a:lvl1pPr>
            <a:lvl2pPr indent="-292100" lvl="1" marL="914400">
              <a:lnSpc>
                <a:spcPct val="100000"/>
              </a:lnSpc>
              <a:spcBef>
                <a:spcPts val="0"/>
              </a:spcBef>
              <a:spcAft>
                <a:spcPts val="0"/>
              </a:spcAft>
              <a:buClr>
                <a:schemeClr val="dk1"/>
              </a:buClr>
              <a:buSzPts val="1000"/>
              <a:buChar char="○"/>
              <a:defRPr sz="1000">
                <a:solidFill>
                  <a:schemeClr val="dk1"/>
                </a:solidFill>
              </a:defRPr>
            </a:lvl2pPr>
            <a:lvl3pPr indent="-292100" lvl="2" marL="1371600">
              <a:lnSpc>
                <a:spcPct val="100000"/>
              </a:lnSpc>
              <a:spcBef>
                <a:spcPts val="0"/>
              </a:spcBef>
              <a:spcAft>
                <a:spcPts val="0"/>
              </a:spcAft>
              <a:buClr>
                <a:schemeClr val="dk1"/>
              </a:buClr>
              <a:buSzPts val="1000"/>
              <a:buChar char="■"/>
              <a:defRPr>
                <a:solidFill>
                  <a:schemeClr val="dk1"/>
                </a:solidFill>
              </a:defRPr>
            </a:lvl3pPr>
            <a:lvl4pPr indent="-292100" lvl="3" marL="1828800">
              <a:lnSpc>
                <a:spcPct val="100000"/>
              </a:lnSpc>
              <a:spcBef>
                <a:spcPts val="0"/>
              </a:spcBef>
              <a:spcAft>
                <a:spcPts val="0"/>
              </a:spcAft>
              <a:buClr>
                <a:schemeClr val="dk1"/>
              </a:buClr>
              <a:buSzPts val="1000"/>
              <a:buChar char="●"/>
              <a:defRPr>
                <a:solidFill>
                  <a:schemeClr val="dk1"/>
                </a:solidFill>
              </a:defRPr>
            </a:lvl4pPr>
            <a:lvl5pPr indent="-292100" lvl="4" marL="2286000">
              <a:lnSpc>
                <a:spcPct val="100000"/>
              </a:lnSpc>
              <a:spcBef>
                <a:spcPts val="0"/>
              </a:spcBef>
              <a:spcAft>
                <a:spcPts val="0"/>
              </a:spcAft>
              <a:buClr>
                <a:schemeClr val="dk1"/>
              </a:buClr>
              <a:buSzPts val="1000"/>
              <a:buChar char="○"/>
              <a:defRPr>
                <a:solidFill>
                  <a:schemeClr val="dk1"/>
                </a:solidFill>
              </a:defRPr>
            </a:lvl5pPr>
            <a:lvl6pPr indent="-292100" lvl="5" marL="2743200">
              <a:lnSpc>
                <a:spcPct val="100000"/>
              </a:lnSpc>
              <a:spcBef>
                <a:spcPts val="0"/>
              </a:spcBef>
              <a:spcAft>
                <a:spcPts val="0"/>
              </a:spcAft>
              <a:buClr>
                <a:schemeClr val="dk1"/>
              </a:buClr>
              <a:buSzPts val="1000"/>
              <a:buChar char="■"/>
              <a:defRPr>
                <a:solidFill>
                  <a:schemeClr val="dk1"/>
                </a:solidFill>
              </a:defRPr>
            </a:lvl6pPr>
            <a:lvl7pPr indent="-292100" lvl="6" marL="3200400">
              <a:lnSpc>
                <a:spcPct val="100000"/>
              </a:lnSpc>
              <a:spcBef>
                <a:spcPts val="0"/>
              </a:spcBef>
              <a:spcAft>
                <a:spcPts val="0"/>
              </a:spcAft>
              <a:buClr>
                <a:schemeClr val="dk1"/>
              </a:buClr>
              <a:buSzPts val="1000"/>
              <a:buChar char="●"/>
              <a:defRPr>
                <a:solidFill>
                  <a:schemeClr val="dk1"/>
                </a:solidFill>
              </a:defRPr>
            </a:lvl7pPr>
            <a:lvl8pPr indent="-292100" lvl="7" marL="3657600">
              <a:lnSpc>
                <a:spcPct val="100000"/>
              </a:lnSpc>
              <a:spcBef>
                <a:spcPts val="0"/>
              </a:spcBef>
              <a:spcAft>
                <a:spcPts val="0"/>
              </a:spcAft>
              <a:buClr>
                <a:schemeClr val="dk1"/>
              </a:buClr>
              <a:buSzPts val="1000"/>
              <a:buChar char="○"/>
              <a:defRPr>
                <a:solidFill>
                  <a:schemeClr val="dk1"/>
                </a:solidFill>
              </a:defRPr>
            </a:lvl8pPr>
            <a:lvl9pPr indent="-292100" lvl="8" marL="4114800">
              <a:lnSpc>
                <a:spcPct val="100000"/>
              </a:lnSpc>
              <a:spcBef>
                <a:spcPts val="0"/>
              </a:spcBef>
              <a:spcAft>
                <a:spcPts val="0"/>
              </a:spcAft>
              <a:buClr>
                <a:schemeClr val="dk1"/>
              </a:buClr>
              <a:buSzPts val="1000"/>
              <a:buChar char="■"/>
              <a:defRPr>
                <a:solidFill>
                  <a:schemeClr val="dk1"/>
                </a:solidFill>
              </a:defRPr>
            </a:lvl9pPr>
          </a:lstStyle>
          <a:p/>
        </p:txBody>
      </p:sp>
      <p:sp>
        <p:nvSpPr>
          <p:cNvPr id="204" name="Google Shape;204;p3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05" name="Google Shape;205;p39"/>
          <p:cNvSpPr/>
          <p:nvPr>
            <p:ph idx="2" type="pic"/>
          </p:nvPr>
        </p:nvSpPr>
        <p:spPr>
          <a:xfrm>
            <a:off x="3726325" y="669925"/>
            <a:ext cx="5220900" cy="4276800"/>
          </a:xfrm>
          <a:prstGeom prst="round2DiagRect">
            <a:avLst>
              <a:gd fmla="val 16667" name="adj1"/>
              <a:gd fmla="val 0" name="adj2"/>
            </a:avLst>
          </a:prstGeom>
          <a:noFill/>
          <a:ln>
            <a:noFill/>
          </a:ln>
        </p:spPr>
      </p:sp>
      <p:sp>
        <p:nvSpPr>
          <p:cNvPr id="206" name="Google Shape;206;p39"/>
          <p:cNvSpPr txBox="1"/>
          <p:nvPr>
            <p:ph idx="3" type="body"/>
          </p:nvPr>
        </p:nvSpPr>
        <p:spPr>
          <a:xfrm>
            <a:off x="196951" y="196725"/>
            <a:ext cx="18606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207" name="Google Shape;207;p39"/>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2">
  <p:cSld name="TITLE_AND_TWO_COLUMNS_1">
    <p:bg>
      <p:bgPr>
        <a:solidFill>
          <a:schemeClr val="dk1"/>
        </a:solidFill>
      </p:bgPr>
    </p:bg>
    <p:spTree>
      <p:nvGrpSpPr>
        <p:cNvPr id="208" name="Shape 208"/>
        <p:cNvGrpSpPr/>
        <p:nvPr/>
      </p:nvGrpSpPr>
      <p:grpSpPr>
        <a:xfrm>
          <a:off x="0" y="0"/>
          <a:ext cx="0" cy="0"/>
          <a:chOff x="0" y="0"/>
          <a:chExt cx="0" cy="0"/>
        </a:xfrm>
      </p:grpSpPr>
      <p:sp>
        <p:nvSpPr>
          <p:cNvPr id="209" name="Google Shape;209;p40"/>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3450"/>
              <a:buNone/>
              <a:defRPr>
                <a:solidFill>
                  <a:schemeClr val="lt1"/>
                </a:solidFill>
              </a:defRPr>
            </a:lvl1pPr>
            <a:lvl2pPr lvl="1">
              <a:spcBef>
                <a:spcPts val="0"/>
              </a:spcBef>
              <a:spcAft>
                <a:spcPts val="0"/>
              </a:spcAft>
              <a:buClr>
                <a:schemeClr val="lt1"/>
              </a:buClr>
              <a:buSzPts val="3450"/>
              <a:buNone/>
              <a:defRPr>
                <a:solidFill>
                  <a:schemeClr val="lt1"/>
                </a:solidFill>
              </a:defRPr>
            </a:lvl2pPr>
            <a:lvl3pPr lvl="2">
              <a:spcBef>
                <a:spcPts val="0"/>
              </a:spcBef>
              <a:spcAft>
                <a:spcPts val="0"/>
              </a:spcAft>
              <a:buClr>
                <a:schemeClr val="lt1"/>
              </a:buClr>
              <a:buSzPts val="3450"/>
              <a:buNone/>
              <a:defRPr>
                <a:solidFill>
                  <a:schemeClr val="lt1"/>
                </a:solidFill>
              </a:defRPr>
            </a:lvl3pPr>
            <a:lvl4pPr lvl="3">
              <a:spcBef>
                <a:spcPts val="0"/>
              </a:spcBef>
              <a:spcAft>
                <a:spcPts val="0"/>
              </a:spcAft>
              <a:buClr>
                <a:schemeClr val="lt1"/>
              </a:buClr>
              <a:buSzPts val="3450"/>
              <a:buNone/>
              <a:defRPr>
                <a:solidFill>
                  <a:schemeClr val="lt1"/>
                </a:solidFill>
              </a:defRPr>
            </a:lvl4pPr>
            <a:lvl5pPr lvl="4">
              <a:spcBef>
                <a:spcPts val="0"/>
              </a:spcBef>
              <a:spcAft>
                <a:spcPts val="0"/>
              </a:spcAft>
              <a:buClr>
                <a:schemeClr val="lt1"/>
              </a:buClr>
              <a:buSzPts val="3450"/>
              <a:buNone/>
              <a:defRPr>
                <a:solidFill>
                  <a:schemeClr val="lt1"/>
                </a:solidFill>
              </a:defRPr>
            </a:lvl5pPr>
            <a:lvl6pPr lvl="5">
              <a:spcBef>
                <a:spcPts val="0"/>
              </a:spcBef>
              <a:spcAft>
                <a:spcPts val="0"/>
              </a:spcAft>
              <a:buClr>
                <a:schemeClr val="lt1"/>
              </a:buClr>
              <a:buSzPts val="3450"/>
              <a:buNone/>
              <a:defRPr>
                <a:solidFill>
                  <a:schemeClr val="lt1"/>
                </a:solidFill>
              </a:defRPr>
            </a:lvl6pPr>
            <a:lvl7pPr lvl="6">
              <a:spcBef>
                <a:spcPts val="0"/>
              </a:spcBef>
              <a:spcAft>
                <a:spcPts val="0"/>
              </a:spcAft>
              <a:buClr>
                <a:schemeClr val="lt1"/>
              </a:buClr>
              <a:buSzPts val="3450"/>
              <a:buNone/>
              <a:defRPr>
                <a:solidFill>
                  <a:schemeClr val="lt1"/>
                </a:solidFill>
              </a:defRPr>
            </a:lvl7pPr>
            <a:lvl8pPr lvl="7">
              <a:spcBef>
                <a:spcPts val="0"/>
              </a:spcBef>
              <a:spcAft>
                <a:spcPts val="0"/>
              </a:spcAft>
              <a:buClr>
                <a:schemeClr val="lt1"/>
              </a:buClr>
              <a:buSzPts val="3450"/>
              <a:buNone/>
              <a:defRPr>
                <a:solidFill>
                  <a:schemeClr val="lt1"/>
                </a:solidFill>
              </a:defRPr>
            </a:lvl8pPr>
            <a:lvl9pPr lvl="8">
              <a:spcBef>
                <a:spcPts val="0"/>
              </a:spcBef>
              <a:spcAft>
                <a:spcPts val="0"/>
              </a:spcAft>
              <a:buClr>
                <a:schemeClr val="lt1"/>
              </a:buClr>
              <a:buSzPts val="3450"/>
              <a:buNone/>
              <a:defRPr>
                <a:solidFill>
                  <a:schemeClr val="lt1"/>
                </a:solidFill>
              </a:defRPr>
            </a:lvl9pPr>
          </a:lstStyle>
          <a:p/>
        </p:txBody>
      </p:sp>
      <p:sp>
        <p:nvSpPr>
          <p:cNvPr id="210" name="Google Shape;210;p40"/>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Clr>
                <a:schemeClr val="lt1"/>
              </a:buClr>
              <a:buSzPts val="1000"/>
              <a:buChar char="●"/>
              <a:defRPr>
                <a:solidFill>
                  <a:schemeClr val="lt1"/>
                </a:solidFill>
              </a:defRPr>
            </a:lvl1pPr>
            <a:lvl2pPr indent="-292100" lvl="1" marL="914400">
              <a:lnSpc>
                <a:spcPct val="100000"/>
              </a:lnSpc>
              <a:spcBef>
                <a:spcPts val="0"/>
              </a:spcBef>
              <a:spcAft>
                <a:spcPts val="0"/>
              </a:spcAft>
              <a:buClr>
                <a:schemeClr val="lt1"/>
              </a:buClr>
              <a:buSzPts val="1000"/>
              <a:buChar char="○"/>
              <a:defRPr sz="1000">
                <a:solidFill>
                  <a:schemeClr val="lt1"/>
                </a:solidFill>
              </a:defRPr>
            </a:lvl2pPr>
            <a:lvl3pPr indent="-292100" lvl="2" marL="1371600">
              <a:lnSpc>
                <a:spcPct val="100000"/>
              </a:lnSpc>
              <a:spcBef>
                <a:spcPts val="0"/>
              </a:spcBef>
              <a:spcAft>
                <a:spcPts val="0"/>
              </a:spcAft>
              <a:buClr>
                <a:schemeClr val="lt1"/>
              </a:buClr>
              <a:buSzPts val="1000"/>
              <a:buChar char="■"/>
              <a:defRPr>
                <a:solidFill>
                  <a:schemeClr val="lt1"/>
                </a:solidFill>
              </a:defRPr>
            </a:lvl3pPr>
            <a:lvl4pPr indent="-292100" lvl="3" marL="1828800">
              <a:lnSpc>
                <a:spcPct val="100000"/>
              </a:lnSpc>
              <a:spcBef>
                <a:spcPts val="0"/>
              </a:spcBef>
              <a:spcAft>
                <a:spcPts val="0"/>
              </a:spcAft>
              <a:buClr>
                <a:schemeClr val="lt1"/>
              </a:buClr>
              <a:buSzPts val="1000"/>
              <a:buChar char="●"/>
              <a:defRPr>
                <a:solidFill>
                  <a:schemeClr val="lt1"/>
                </a:solidFill>
              </a:defRPr>
            </a:lvl4pPr>
            <a:lvl5pPr indent="-292100" lvl="4" marL="2286000">
              <a:lnSpc>
                <a:spcPct val="100000"/>
              </a:lnSpc>
              <a:spcBef>
                <a:spcPts val="0"/>
              </a:spcBef>
              <a:spcAft>
                <a:spcPts val="0"/>
              </a:spcAft>
              <a:buClr>
                <a:schemeClr val="lt1"/>
              </a:buClr>
              <a:buSzPts val="1000"/>
              <a:buChar char="○"/>
              <a:defRPr>
                <a:solidFill>
                  <a:schemeClr val="lt1"/>
                </a:solidFill>
              </a:defRPr>
            </a:lvl5pPr>
            <a:lvl6pPr indent="-292100" lvl="5" marL="2743200">
              <a:lnSpc>
                <a:spcPct val="100000"/>
              </a:lnSpc>
              <a:spcBef>
                <a:spcPts val="0"/>
              </a:spcBef>
              <a:spcAft>
                <a:spcPts val="0"/>
              </a:spcAft>
              <a:buClr>
                <a:schemeClr val="lt1"/>
              </a:buClr>
              <a:buSzPts val="1000"/>
              <a:buChar char="■"/>
              <a:defRPr>
                <a:solidFill>
                  <a:schemeClr val="lt1"/>
                </a:solidFill>
              </a:defRPr>
            </a:lvl6pPr>
            <a:lvl7pPr indent="-292100" lvl="6" marL="3200400">
              <a:lnSpc>
                <a:spcPct val="100000"/>
              </a:lnSpc>
              <a:spcBef>
                <a:spcPts val="0"/>
              </a:spcBef>
              <a:spcAft>
                <a:spcPts val="0"/>
              </a:spcAft>
              <a:buClr>
                <a:schemeClr val="lt1"/>
              </a:buClr>
              <a:buSzPts val="1000"/>
              <a:buChar char="●"/>
              <a:defRPr>
                <a:solidFill>
                  <a:schemeClr val="lt1"/>
                </a:solidFill>
              </a:defRPr>
            </a:lvl7pPr>
            <a:lvl8pPr indent="-292100" lvl="7" marL="3657600">
              <a:lnSpc>
                <a:spcPct val="100000"/>
              </a:lnSpc>
              <a:spcBef>
                <a:spcPts val="0"/>
              </a:spcBef>
              <a:spcAft>
                <a:spcPts val="0"/>
              </a:spcAft>
              <a:buClr>
                <a:schemeClr val="lt1"/>
              </a:buClr>
              <a:buSzPts val="1000"/>
              <a:buChar char="○"/>
              <a:defRPr>
                <a:solidFill>
                  <a:schemeClr val="lt1"/>
                </a:solidFill>
              </a:defRPr>
            </a:lvl8pPr>
            <a:lvl9pPr indent="-292100" lvl="8" marL="4114800">
              <a:lnSpc>
                <a:spcPct val="100000"/>
              </a:lnSpc>
              <a:spcBef>
                <a:spcPts val="0"/>
              </a:spcBef>
              <a:spcAft>
                <a:spcPts val="0"/>
              </a:spcAft>
              <a:buClr>
                <a:schemeClr val="lt1"/>
              </a:buClr>
              <a:buSzPts val="1000"/>
              <a:buChar char="■"/>
              <a:defRPr>
                <a:solidFill>
                  <a:schemeClr val="lt1"/>
                </a:solidFill>
              </a:defRPr>
            </a:lvl9pPr>
          </a:lstStyle>
          <a:p/>
        </p:txBody>
      </p:sp>
      <p:sp>
        <p:nvSpPr>
          <p:cNvPr id="211" name="Google Shape;211;p4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12" name="Google Shape;212;p40"/>
          <p:cNvSpPr/>
          <p:nvPr>
            <p:ph idx="2" type="pic"/>
          </p:nvPr>
        </p:nvSpPr>
        <p:spPr>
          <a:xfrm>
            <a:off x="3726325" y="669925"/>
            <a:ext cx="5220900" cy="4276800"/>
          </a:xfrm>
          <a:prstGeom prst="round2DiagRect">
            <a:avLst>
              <a:gd fmla="val 16667" name="adj1"/>
              <a:gd fmla="val 0" name="adj2"/>
            </a:avLst>
          </a:prstGeom>
          <a:noFill/>
          <a:ln>
            <a:noFill/>
          </a:ln>
        </p:spPr>
      </p:sp>
      <p:sp>
        <p:nvSpPr>
          <p:cNvPr id="213" name="Google Shape;213;p40"/>
          <p:cNvSpPr txBox="1"/>
          <p:nvPr>
            <p:ph idx="3"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lt1"/>
              </a:buClr>
              <a:buSzPts val="800"/>
              <a:buChar char="●"/>
              <a:defRPr sz="800">
                <a:solidFill>
                  <a:schemeClr val="lt1"/>
                </a:solidFill>
              </a:defRPr>
            </a:lvl1pPr>
            <a:lvl2pPr indent="-279400" lvl="1" marL="914400">
              <a:spcBef>
                <a:spcPts val="0"/>
              </a:spcBef>
              <a:spcAft>
                <a:spcPts val="0"/>
              </a:spcAft>
              <a:buClr>
                <a:schemeClr val="lt1"/>
              </a:buClr>
              <a:buSzPts val="800"/>
              <a:buChar char="○"/>
              <a:defRPr>
                <a:solidFill>
                  <a:schemeClr val="lt1"/>
                </a:solidFill>
              </a:defRPr>
            </a:lvl2pPr>
            <a:lvl3pPr indent="-279400" lvl="2" marL="1371600">
              <a:spcBef>
                <a:spcPts val="0"/>
              </a:spcBef>
              <a:spcAft>
                <a:spcPts val="0"/>
              </a:spcAft>
              <a:buClr>
                <a:schemeClr val="lt1"/>
              </a:buClr>
              <a:buSzPts val="800"/>
              <a:buChar char="■"/>
              <a:defRPr sz="800">
                <a:solidFill>
                  <a:schemeClr val="lt1"/>
                </a:solidFill>
              </a:defRPr>
            </a:lvl3pPr>
            <a:lvl4pPr indent="-279400" lvl="3" marL="1828800">
              <a:spcBef>
                <a:spcPts val="0"/>
              </a:spcBef>
              <a:spcAft>
                <a:spcPts val="0"/>
              </a:spcAft>
              <a:buClr>
                <a:schemeClr val="lt1"/>
              </a:buClr>
              <a:buSzPts val="800"/>
              <a:buChar char="●"/>
              <a:defRPr sz="800">
                <a:solidFill>
                  <a:schemeClr val="lt1"/>
                </a:solidFill>
              </a:defRPr>
            </a:lvl4pPr>
            <a:lvl5pPr indent="-279400" lvl="4" marL="2286000">
              <a:spcBef>
                <a:spcPts val="0"/>
              </a:spcBef>
              <a:spcAft>
                <a:spcPts val="0"/>
              </a:spcAft>
              <a:buClr>
                <a:schemeClr val="lt1"/>
              </a:buClr>
              <a:buSzPts val="800"/>
              <a:buChar char="○"/>
              <a:defRPr sz="800">
                <a:solidFill>
                  <a:schemeClr val="lt1"/>
                </a:solidFill>
              </a:defRPr>
            </a:lvl5pPr>
            <a:lvl6pPr indent="-279400" lvl="5" marL="2743200">
              <a:spcBef>
                <a:spcPts val="0"/>
              </a:spcBef>
              <a:spcAft>
                <a:spcPts val="0"/>
              </a:spcAft>
              <a:buClr>
                <a:schemeClr val="lt1"/>
              </a:buClr>
              <a:buSzPts val="800"/>
              <a:buChar char="■"/>
              <a:defRPr sz="800">
                <a:solidFill>
                  <a:schemeClr val="lt1"/>
                </a:solidFill>
              </a:defRPr>
            </a:lvl6pPr>
            <a:lvl7pPr indent="-279400" lvl="6" marL="3200400">
              <a:spcBef>
                <a:spcPts val="0"/>
              </a:spcBef>
              <a:spcAft>
                <a:spcPts val="0"/>
              </a:spcAft>
              <a:buClr>
                <a:schemeClr val="lt1"/>
              </a:buClr>
              <a:buSzPts val="800"/>
              <a:buChar char="●"/>
              <a:defRPr sz="800">
                <a:solidFill>
                  <a:schemeClr val="lt1"/>
                </a:solidFill>
              </a:defRPr>
            </a:lvl7pPr>
            <a:lvl8pPr indent="-279400" lvl="7" marL="3657600">
              <a:spcBef>
                <a:spcPts val="0"/>
              </a:spcBef>
              <a:spcAft>
                <a:spcPts val="0"/>
              </a:spcAft>
              <a:buClr>
                <a:schemeClr val="lt1"/>
              </a:buClr>
              <a:buSzPts val="800"/>
              <a:buChar char="○"/>
              <a:defRPr sz="800">
                <a:solidFill>
                  <a:schemeClr val="lt1"/>
                </a:solidFill>
              </a:defRPr>
            </a:lvl8pPr>
            <a:lvl9pPr indent="-279400" lvl="8" marL="4114800">
              <a:spcBef>
                <a:spcPts val="0"/>
              </a:spcBef>
              <a:spcAft>
                <a:spcPts val="0"/>
              </a:spcAft>
              <a:buClr>
                <a:schemeClr val="lt1"/>
              </a:buClr>
              <a:buSzPts val="800"/>
              <a:buChar char="■"/>
              <a:defRPr sz="800">
                <a:solidFill>
                  <a:schemeClr val="lt1"/>
                </a:solidFill>
              </a:defRPr>
            </a:lvl9pPr>
          </a:lstStyle>
          <a:p/>
        </p:txBody>
      </p:sp>
      <p:sp>
        <p:nvSpPr>
          <p:cNvPr id="214" name="Google Shape;214;p40"/>
          <p:cNvSpPr txBox="1"/>
          <p:nvPr>
            <p:ph idx="4"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
        <p:nvSpPr>
          <p:cNvPr id="215" name="Google Shape;215;p40"/>
          <p:cNvSpPr txBox="1"/>
          <p:nvPr>
            <p:ph idx="5"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chart">
  <p:cSld name="SECTION_TITLE_AND_DESCRIPTION">
    <p:bg>
      <p:bgPr>
        <a:solidFill>
          <a:schemeClr val="lt2"/>
        </a:solidFill>
      </p:bgPr>
    </p:bg>
    <p:spTree>
      <p:nvGrpSpPr>
        <p:cNvPr id="216" name="Shape 216"/>
        <p:cNvGrpSpPr/>
        <p:nvPr/>
      </p:nvGrpSpPr>
      <p:grpSpPr>
        <a:xfrm>
          <a:off x="0" y="0"/>
          <a:ext cx="0" cy="0"/>
          <a:chOff x="0" y="0"/>
          <a:chExt cx="0" cy="0"/>
        </a:xfrm>
      </p:grpSpPr>
      <p:sp>
        <p:nvSpPr>
          <p:cNvPr id="217" name="Google Shape;217;p41"/>
          <p:cNvSpPr/>
          <p:nvPr/>
        </p:nvSpPr>
        <p:spPr>
          <a:xfrm>
            <a:off x="4305000" y="-125"/>
            <a:ext cx="4839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218" name="Google Shape;218;p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219" name="Google Shape;219;p41"/>
          <p:cNvSpPr txBox="1"/>
          <p:nvPr>
            <p:ph type="title"/>
          </p:nvPr>
        </p:nvSpPr>
        <p:spPr>
          <a:xfrm>
            <a:off x="197375" y="1052750"/>
            <a:ext cx="3151800" cy="1632900"/>
          </a:xfrm>
          <a:prstGeom prst="rect">
            <a:avLst/>
          </a:prstGeom>
        </p:spPr>
        <p:txBody>
          <a:bodyPr anchorCtr="0" anchor="b" bIns="91425" lIns="91425" spcFirstLastPara="1" rIns="91425" wrap="square" tIns="91425">
            <a:noAutofit/>
          </a:bodyPr>
          <a:lstStyle>
            <a:lvl1pPr lvl="0">
              <a:spcBef>
                <a:spcPts val="0"/>
              </a:spcBef>
              <a:spcAft>
                <a:spcPts val="0"/>
              </a:spcAft>
              <a:buClr>
                <a:schemeClr val="dk2"/>
              </a:buClr>
              <a:buSzPts val="3450"/>
              <a:buNone/>
              <a:defRPr>
                <a:solidFill>
                  <a:schemeClr val="dk2"/>
                </a:solidFill>
              </a:defRPr>
            </a:lvl1pPr>
            <a:lvl2pPr lvl="1">
              <a:spcBef>
                <a:spcPts val="0"/>
              </a:spcBef>
              <a:spcAft>
                <a:spcPts val="0"/>
              </a:spcAft>
              <a:buClr>
                <a:schemeClr val="dk2"/>
              </a:buClr>
              <a:buSzPts val="3450"/>
              <a:buNone/>
              <a:defRPr>
                <a:solidFill>
                  <a:schemeClr val="dk2"/>
                </a:solidFill>
              </a:defRPr>
            </a:lvl2pPr>
            <a:lvl3pPr lvl="2">
              <a:spcBef>
                <a:spcPts val="0"/>
              </a:spcBef>
              <a:spcAft>
                <a:spcPts val="0"/>
              </a:spcAft>
              <a:buClr>
                <a:schemeClr val="dk2"/>
              </a:buClr>
              <a:buSzPts val="3450"/>
              <a:buNone/>
              <a:defRPr>
                <a:solidFill>
                  <a:schemeClr val="dk2"/>
                </a:solidFill>
              </a:defRPr>
            </a:lvl3pPr>
            <a:lvl4pPr lvl="3">
              <a:spcBef>
                <a:spcPts val="0"/>
              </a:spcBef>
              <a:spcAft>
                <a:spcPts val="0"/>
              </a:spcAft>
              <a:buClr>
                <a:schemeClr val="dk2"/>
              </a:buClr>
              <a:buSzPts val="3450"/>
              <a:buNone/>
              <a:defRPr>
                <a:solidFill>
                  <a:schemeClr val="dk2"/>
                </a:solidFill>
              </a:defRPr>
            </a:lvl4pPr>
            <a:lvl5pPr lvl="4">
              <a:spcBef>
                <a:spcPts val="0"/>
              </a:spcBef>
              <a:spcAft>
                <a:spcPts val="0"/>
              </a:spcAft>
              <a:buClr>
                <a:schemeClr val="dk2"/>
              </a:buClr>
              <a:buSzPts val="3450"/>
              <a:buNone/>
              <a:defRPr>
                <a:solidFill>
                  <a:schemeClr val="dk2"/>
                </a:solidFill>
              </a:defRPr>
            </a:lvl5pPr>
            <a:lvl6pPr lvl="5">
              <a:spcBef>
                <a:spcPts val="0"/>
              </a:spcBef>
              <a:spcAft>
                <a:spcPts val="0"/>
              </a:spcAft>
              <a:buClr>
                <a:schemeClr val="dk2"/>
              </a:buClr>
              <a:buSzPts val="3450"/>
              <a:buNone/>
              <a:defRPr>
                <a:solidFill>
                  <a:schemeClr val="dk2"/>
                </a:solidFill>
              </a:defRPr>
            </a:lvl6pPr>
            <a:lvl7pPr lvl="6">
              <a:spcBef>
                <a:spcPts val="0"/>
              </a:spcBef>
              <a:spcAft>
                <a:spcPts val="0"/>
              </a:spcAft>
              <a:buClr>
                <a:schemeClr val="dk2"/>
              </a:buClr>
              <a:buSzPts val="3450"/>
              <a:buNone/>
              <a:defRPr>
                <a:solidFill>
                  <a:schemeClr val="dk2"/>
                </a:solidFill>
              </a:defRPr>
            </a:lvl7pPr>
            <a:lvl8pPr lvl="7">
              <a:spcBef>
                <a:spcPts val="0"/>
              </a:spcBef>
              <a:spcAft>
                <a:spcPts val="0"/>
              </a:spcAft>
              <a:buClr>
                <a:schemeClr val="dk2"/>
              </a:buClr>
              <a:buSzPts val="3450"/>
              <a:buNone/>
              <a:defRPr>
                <a:solidFill>
                  <a:schemeClr val="dk2"/>
                </a:solidFill>
              </a:defRPr>
            </a:lvl8pPr>
            <a:lvl9pPr lvl="8">
              <a:spcBef>
                <a:spcPts val="0"/>
              </a:spcBef>
              <a:spcAft>
                <a:spcPts val="0"/>
              </a:spcAft>
              <a:buClr>
                <a:schemeClr val="dk2"/>
              </a:buClr>
              <a:buSzPts val="3450"/>
              <a:buNone/>
              <a:defRPr>
                <a:solidFill>
                  <a:schemeClr val="dk2"/>
                </a:solidFill>
              </a:defRPr>
            </a:lvl9pPr>
          </a:lstStyle>
          <a:p/>
        </p:txBody>
      </p:sp>
      <p:sp>
        <p:nvSpPr>
          <p:cNvPr id="220" name="Google Shape;220;p41"/>
          <p:cNvSpPr txBox="1"/>
          <p:nvPr>
            <p:ph idx="1" type="body"/>
          </p:nvPr>
        </p:nvSpPr>
        <p:spPr>
          <a:xfrm>
            <a:off x="197375" y="2685650"/>
            <a:ext cx="3151800" cy="18225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SzPts val="1000"/>
              <a:buChar char="●"/>
              <a:defRPr/>
            </a:lvl1pPr>
            <a:lvl2pPr indent="-292100" lvl="1" marL="914400">
              <a:lnSpc>
                <a:spcPct val="100000"/>
              </a:lnSpc>
              <a:spcBef>
                <a:spcPts val="0"/>
              </a:spcBef>
              <a:spcAft>
                <a:spcPts val="0"/>
              </a:spcAft>
              <a:buSzPts val="1000"/>
              <a:buChar char="○"/>
              <a:defRPr sz="1000"/>
            </a:lvl2pPr>
            <a:lvl3pPr indent="-292100" lvl="2" marL="1371600">
              <a:lnSpc>
                <a:spcPct val="100000"/>
              </a:lnSpc>
              <a:spcBef>
                <a:spcPts val="0"/>
              </a:spcBef>
              <a:spcAft>
                <a:spcPts val="0"/>
              </a:spcAft>
              <a:buSzPts val="1000"/>
              <a:buChar char="■"/>
              <a:defRPr/>
            </a:lvl3pPr>
            <a:lvl4pPr indent="-292100" lvl="3" marL="1828800">
              <a:lnSpc>
                <a:spcPct val="100000"/>
              </a:lnSpc>
              <a:spcBef>
                <a:spcPts val="0"/>
              </a:spcBef>
              <a:spcAft>
                <a:spcPts val="0"/>
              </a:spcAft>
              <a:buSzPts val="1000"/>
              <a:buChar char="●"/>
              <a:defRPr/>
            </a:lvl4pPr>
            <a:lvl5pPr indent="-292100" lvl="4" marL="2286000">
              <a:lnSpc>
                <a:spcPct val="100000"/>
              </a:lnSpc>
              <a:spcBef>
                <a:spcPts val="0"/>
              </a:spcBef>
              <a:spcAft>
                <a:spcPts val="0"/>
              </a:spcAft>
              <a:buSzPts val="1000"/>
              <a:buChar char="○"/>
              <a:defRPr/>
            </a:lvl5pPr>
            <a:lvl6pPr indent="-292100" lvl="5" marL="2743200">
              <a:lnSpc>
                <a:spcPct val="100000"/>
              </a:lnSpc>
              <a:spcBef>
                <a:spcPts val="0"/>
              </a:spcBef>
              <a:spcAft>
                <a:spcPts val="0"/>
              </a:spcAft>
              <a:buSzPts val="1000"/>
              <a:buChar char="■"/>
              <a:defRPr/>
            </a:lvl6pPr>
            <a:lvl7pPr indent="-292100" lvl="6" marL="3200400">
              <a:lnSpc>
                <a:spcPct val="100000"/>
              </a:lnSpc>
              <a:spcBef>
                <a:spcPts val="0"/>
              </a:spcBef>
              <a:spcAft>
                <a:spcPts val="0"/>
              </a:spcAft>
              <a:buSzPts val="1000"/>
              <a:buChar char="●"/>
              <a:defRPr/>
            </a:lvl7pPr>
            <a:lvl8pPr indent="-292100" lvl="7" marL="3657600">
              <a:lnSpc>
                <a:spcPct val="100000"/>
              </a:lnSpc>
              <a:spcBef>
                <a:spcPts val="0"/>
              </a:spcBef>
              <a:spcAft>
                <a:spcPts val="0"/>
              </a:spcAft>
              <a:buSzPts val="1000"/>
              <a:buChar char="○"/>
              <a:defRPr/>
            </a:lvl8pPr>
            <a:lvl9pPr indent="-292100" lvl="8" marL="4114800">
              <a:lnSpc>
                <a:spcPct val="100000"/>
              </a:lnSpc>
              <a:spcBef>
                <a:spcPts val="0"/>
              </a:spcBef>
              <a:spcAft>
                <a:spcPts val="0"/>
              </a:spcAft>
              <a:buSzPts val="1000"/>
              <a:buChar char="■"/>
              <a:defRPr/>
            </a:lvl9pPr>
          </a:lstStyle>
          <a:p/>
        </p:txBody>
      </p:sp>
      <p:sp>
        <p:nvSpPr>
          <p:cNvPr id="221" name="Google Shape;221;p41"/>
          <p:cNvSpPr txBox="1"/>
          <p:nvPr>
            <p:ph idx="2" type="body"/>
          </p:nvPr>
        </p:nvSpPr>
        <p:spPr>
          <a:xfrm>
            <a:off x="196951" y="196725"/>
            <a:ext cx="18606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SzPts val="800"/>
              <a:buChar char="●"/>
              <a:defRPr sz="800"/>
            </a:lvl1pPr>
            <a:lvl2pPr indent="-279400" lvl="1" marL="914400">
              <a:spcBef>
                <a:spcPts val="0"/>
              </a:spcBef>
              <a:spcAft>
                <a:spcPts val="0"/>
              </a:spcAft>
              <a:buSzPts val="800"/>
              <a:buChar char="○"/>
              <a:defRPr/>
            </a:lvl2pPr>
            <a:lvl3pPr indent="-279400" lvl="2" marL="1371600">
              <a:spcBef>
                <a:spcPts val="0"/>
              </a:spcBef>
              <a:spcAft>
                <a:spcPts val="0"/>
              </a:spcAft>
              <a:buSzPts val="800"/>
              <a:buChar char="■"/>
              <a:defRPr sz="800"/>
            </a:lvl3pPr>
            <a:lvl4pPr indent="-279400" lvl="3" marL="1828800">
              <a:spcBef>
                <a:spcPts val="0"/>
              </a:spcBef>
              <a:spcAft>
                <a:spcPts val="0"/>
              </a:spcAft>
              <a:buSzPts val="800"/>
              <a:buChar char="●"/>
              <a:defRPr sz="800"/>
            </a:lvl4pPr>
            <a:lvl5pPr indent="-279400" lvl="4" marL="2286000">
              <a:spcBef>
                <a:spcPts val="0"/>
              </a:spcBef>
              <a:spcAft>
                <a:spcPts val="0"/>
              </a:spcAft>
              <a:buSzPts val="800"/>
              <a:buChar char="○"/>
              <a:defRPr sz="800"/>
            </a:lvl5pPr>
            <a:lvl6pPr indent="-279400" lvl="5" marL="2743200">
              <a:spcBef>
                <a:spcPts val="0"/>
              </a:spcBef>
              <a:spcAft>
                <a:spcPts val="0"/>
              </a:spcAft>
              <a:buSzPts val="800"/>
              <a:buChar char="■"/>
              <a:defRPr sz="800"/>
            </a:lvl6pPr>
            <a:lvl7pPr indent="-279400" lvl="6" marL="3200400">
              <a:spcBef>
                <a:spcPts val="0"/>
              </a:spcBef>
              <a:spcAft>
                <a:spcPts val="0"/>
              </a:spcAft>
              <a:buSzPts val="800"/>
              <a:buChar char="●"/>
              <a:defRPr sz="800"/>
            </a:lvl7pPr>
            <a:lvl8pPr indent="-279400" lvl="7" marL="3657600">
              <a:spcBef>
                <a:spcPts val="0"/>
              </a:spcBef>
              <a:spcAft>
                <a:spcPts val="0"/>
              </a:spcAft>
              <a:buSzPts val="800"/>
              <a:buChar char="○"/>
              <a:defRPr sz="800"/>
            </a:lvl8pPr>
            <a:lvl9pPr indent="-279400" lvl="8" marL="4114800">
              <a:spcBef>
                <a:spcPts val="0"/>
              </a:spcBef>
              <a:spcAft>
                <a:spcPts val="0"/>
              </a:spcAft>
              <a:buSzPts val="800"/>
              <a:buChar char="■"/>
              <a:defRPr sz="800"/>
            </a:lvl9pPr>
          </a:lstStyle>
          <a:p/>
        </p:txBody>
      </p:sp>
      <p:sp>
        <p:nvSpPr>
          <p:cNvPr id="222" name="Google Shape;222;p41"/>
          <p:cNvSpPr txBox="1"/>
          <p:nvPr>
            <p:ph idx="3"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lt1"/>
              </a:buClr>
              <a:buSzPts val="800"/>
              <a:buChar char="●"/>
              <a:defRPr sz="800">
                <a:solidFill>
                  <a:schemeClr val="lt1"/>
                </a:solidFill>
              </a:defRPr>
            </a:lvl1pPr>
            <a:lvl2pPr indent="-279400" lvl="1" marL="914400" algn="r">
              <a:spcBef>
                <a:spcPts val="0"/>
              </a:spcBef>
              <a:spcAft>
                <a:spcPts val="0"/>
              </a:spcAft>
              <a:buClr>
                <a:schemeClr val="lt1"/>
              </a:buClr>
              <a:buSzPts val="800"/>
              <a:buChar char="○"/>
              <a:defRPr>
                <a:solidFill>
                  <a:schemeClr val="lt1"/>
                </a:solidFill>
              </a:defRPr>
            </a:lvl2pPr>
            <a:lvl3pPr indent="-279400" lvl="2" marL="1371600" algn="r">
              <a:spcBef>
                <a:spcPts val="0"/>
              </a:spcBef>
              <a:spcAft>
                <a:spcPts val="0"/>
              </a:spcAft>
              <a:buClr>
                <a:schemeClr val="lt1"/>
              </a:buClr>
              <a:buSzPts val="800"/>
              <a:buChar char="■"/>
              <a:defRPr sz="800">
                <a:solidFill>
                  <a:schemeClr val="lt1"/>
                </a:solidFill>
              </a:defRPr>
            </a:lvl3pPr>
            <a:lvl4pPr indent="-279400" lvl="3" marL="1828800" algn="r">
              <a:spcBef>
                <a:spcPts val="0"/>
              </a:spcBef>
              <a:spcAft>
                <a:spcPts val="0"/>
              </a:spcAft>
              <a:buClr>
                <a:schemeClr val="lt1"/>
              </a:buClr>
              <a:buSzPts val="800"/>
              <a:buChar char="●"/>
              <a:defRPr sz="800">
                <a:solidFill>
                  <a:schemeClr val="lt1"/>
                </a:solidFill>
              </a:defRPr>
            </a:lvl4pPr>
            <a:lvl5pPr indent="-279400" lvl="4" marL="2286000" algn="r">
              <a:spcBef>
                <a:spcPts val="0"/>
              </a:spcBef>
              <a:spcAft>
                <a:spcPts val="0"/>
              </a:spcAft>
              <a:buClr>
                <a:schemeClr val="lt1"/>
              </a:buClr>
              <a:buSzPts val="800"/>
              <a:buChar char="○"/>
              <a:defRPr sz="800">
                <a:solidFill>
                  <a:schemeClr val="lt1"/>
                </a:solidFill>
              </a:defRPr>
            </a:lvl5pPr>
            <a:lvl6pPr indent="-279400" lvl="5" marL="2743200" algn="r">
              <a:spcBef>
                <a:spcPts val="0"/>
              </a:spcBef>
              <a:spcAft>
                <a:spcPts val="0"/>
              </a:spcAft>
              <a:buClr>
                <a:schemeClr val="lt1"/>
              </a:buClr>
              <a:buSzPts val="800"/>
              <a:buChar char="■"/>
              <a:defRPr sz="800">
                <a:solidFill>
                  <a:schemeClr val="lt1"/>
                </a:solidFill>
              </a:defRPr>
            </a:lvl6pPr>
            <a:lvl7pPr indent="-279400" lvl="6" marL="3200400" algn="r">
              <a:spcBef>
                <a:spcPts val="0"/>
              </a:spcBef>
              <a:spcAft>
                <a:spcPts val="0"/>
              </a:spcAft>
              <a:buClr>
                <a:schemeClr val="lt1"/>
              </a:buClr>
              <a:buSzPts val="800"/>
              <a:buChar char="●"/>
              <a:defRPr sz="800">
                <a:solidFill>
                  <a:schemeClr val="lt1"/>
                </a:solidFill>
              </a:defRPr>
            </a:lvl7pPr>
            <a:lvl8pPr indent="-279400" lvl="7" marL="3657600" algn="r">
              <a:spcBef>
                <a:spcPts val="0"/>
              </a:spcBef>
              <a:spcAft>
                <a:spcPts val="0"/>
              </a:spcAft>
              <a:buClr>
                <a:schemeClr val="lt1"/>
              </a:buClr>
              <a:buSzPts val="800"/>
              <a:buChar char="○"/>
              <a:defRPr sz="800">
                <a:solidFill>
                  <a:schemeClr val="lt1"/>
                </a:solidFill>
              </a:defRPr>
            </a:lvl8pPr>
            <a:lvl9pPr indent="-279400" lvl="8" marL="4114800" algn="r">
              <a:spcBef>
                <a:spcPts val="0"/>
              </a:spcBef>
              <a:spcAft>
                <a:spcPts val="0"/>
              </a:spcAft>
              <a:buClr>
                <a:schemeClr val="lt1"/>
              </a:buClr>
              <a:buSzPts val="800"/>
              <a:buChar char="■"/>
              <a:defRPr sz="800">
                <a:solidFill>
                  <a:schemeClr val="lt1"/>
                </a:solidFill>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ppendix">
  <p:cSld name="CAPTION_ONLY">
    <p:bg>
      <p:bgPr>
        <a:solidFill>
          <a:schemeClr val="lt2"/>
        </a:solidFill>
      </p:bgPr>
    </p:bg>
    <p:spTree>
      <p:nvGrpSpPr>
        <p:cNvPr id="223" name="Shape 223"/>
        <p:cNvGrpSpPr/>
        <p:nvPr/>
      </p:nvGrpSpPr>
      <p:grpSpPr>
        <a:xfrm>
          <a:off x="0" y="0"/>
          <a:ext cx="0" cy="0"/>
          <a:chOff x="0" y="0"/>
          <a:chExt cx="0" cy="0"/>
        </a:xfrm>
      </p:grpSpPr>
      <p:sp>
        <p:nvSpPr>
          <p:cNvPr id="224" name="Google Shape;224;p4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42"/>
          <p:cNvSpPr txBox="1"/>
          <p:nvPr>
            <p:ph idx="1" type="body"/>
          </p:nvPr>
        </p:nvSpPr>
        <p:spPr>
          <a:xfrm>
            <a:off x="203000" y="89145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26" name="Google Shape;226;p42"/>
          <p:cNvSpPr txBox="1"/>
          <p:nvPr>
            <p:ph idx="2" type="body"/>
          </p:nvPr>
        </p:nvSpPr>
        <p:spPr>
          <a:xfrm>
            <a:off x="203000" y="13204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27" name="Google Shape;227;p42"/>
          <p:cNvSpPr txBox="1"/>
          <p:nvPr>
            <p:ph idx="3" type="body"/>
          </p:nvPr>
        </p:nvSpPr>
        <p:spPr>
          <a:xfrm>
            <a:off x="203000" y="15886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28" name="Google Shape;228;p42"/>
          <p:cNvSpPr txBox="1"/>
          <p:nvPr>
            <p:ph idx="4" type="body"/>
          </p:nvPr>
        </p:nvSpPr>
        <p:spPr>
          <a:xfrm>
            <a:off x="203000" y="22065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29" name="Google Shape;229;p42"/>
          <p:cNvSpPr txBox="1"/>
          <p:nvPr>
            <p:ph idx="5" type="body"/>
          </p:nvPr>
        </p:nvSpPr>
        <p:spPr>
          <a:xfrm>
            <a:off x="203000" y="26355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30" name="Google Shape;230;p42"/>
          <p:cNvSpPr txBox="1"/>
          <p:nvPr>
            <p:ph idx="6" type="body"/>
          </p:nvPr>
        </p:nvSpPr>
        <p:spPr>
          <a:xfrm>
            <a:off x="203000" y="29037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31" name="Google Shape;231;p42"/>
          <p:cNvSpPr txBox="1"/>
          <p:nvPr>
            <p:ph idx="7" type="body"/>
          </p:nvPr>
        </p:nvSpPr>
        <p:spPr>
          <a:xfrm>
            <a:off x="203000" y="343340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32" name="Google Shape;232;p42"/>
          <p:cNvSpPr txBox="1"/>
          <p:nvPr>
            <p:ph idx="8" type="body"/>
          </p:nvPr>
        </p:nvSpPr>
        <p:spPr>
          <a:xfrm>
            <a:off x="203000" y="386240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33" name="Google Shape;233;p42"/>
          <p:cNvSpPr txBox="1"/>
          <p:nvPr>
            <p:ph idx="9" type="body"/>
          </p:nvPr>
        </p:nvSpPr>
        <p:spPr>
          <a:xfrm>
            <a:off x="203000" y="413060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34" name="Google Shape;234;p42"/>
          <p:cNvSpPr txBox="1"/>
          <p:nvPr>
            <p:ph idx="13" type="body"/>
          </p:nvPr>
        </p:nvSpPr>
        <p:spPr>
          <a:xfrm>
            <a:off x="3249600" y="8914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35" name="Google Shape;235;p42"/>
          <p:cNvSpPr txBox="1"/>
          <p:nvPr>
            <p:ph idx="14" type="body"/>
          </p:nvPr>
        </p:nvSpPr>
        <p:spPr>
          <a:xfrm>
            <a:off x="3249600" y="13204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36" name="Google Shape;236;p42"/>
          <p:cNvSpPr txBox="1"/>
          <p:nvPr>
            <p:ph idx="15" type="body"/>
          </p:nvPr>
        </p:nvSpPr>
        <p:spPr>
          <a:xfrm>
            <a:off x="3249600" y="15886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37" name="Google Shape;237;p42"/>
          <p:cNvSpPr txBox="1"/>
          <p:nvPr>
            <p:ph idx="16" type="body"/>
          </p:nvPr>
        </p:nvSpPr>
        <p:spPr>
          <a:xfrm>
            <a:off x="3249600" y="22065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38" name="Google Shape;238;p42"/>
          <p:cNvSpPr txBox="1"/>
          <p:nvPr>
            <p:ph idx="17" type="body"/>
          </p:nvPr>
        </p:nvSpPr>
        <p:spPr>
          <a:xfrm>
            <a:off x="3249600" y="26355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39" name="Google Shape;239;p42"/>
          <p:cNvSpPr txBox="1"/>
          <p:nvPr>
            <p:ph idx="18" type="body"/>
          </p:nvPr>
        </p:nvSpPr>
        <p:spPr>
          <a:xfrm>
            <a:off x="3249600" y="29037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40" name="Google Shape;240;p42"/>
          <p:cNvSpPr txBox="1"/>
          <p:nvPr>
            <p:ph idx="19" type="body"/>
          </p:nvPr>
        </p:nvSpPr>
        <p:spPr>
          <a:xfrm>
            <a:off x="3249600" y="343340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41" name="Google Shape;241;p42"/>
          <p:cNvSpPr txBox="1"/>
          <p:nvPr>
            <p:ph idx="20" type="body"/>
          </p:nvPr>
        </p:nvSpPr>
        <p:spPr>
          <a:xfrm>
            <a:off x="3249600" y="3862400"/>
            <a:ext cx="2644800" cy="2682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42" name="Google Shape;242;p42"/>
          <p:cNvSpPr txBox="1"/>
          <p:nvPr>
            <p:ph idx="21" type="body"/>
          </p:nvPr>
        </p:nvSpPr>
        <p:spPr>
          <a:xfrm>
            <a:off x="3249600" y="413060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43" name="Google Shape;243;p42"/>
          <p:cNvSpPr txBox="1"/>
          <p:nvPr>
            <p:ph idx="22" type="body"/>
          </p:nvPr>
        </p:nvSpPr>
        <p:spPr>
          <a:xfrm>
            <a:off x="6296200" y="8914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44" name="Google Shape;244;p42"/>
          <p:cNvSpPr txBox="1"/>
          <p:nvPr>
            <p:ph idx="23" type="body"/>
          </p:nvPr>
        </p:nvSpPr>
        <p:spPr>
          <a:xfrm>
            <a:off x="6296200" y="13204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45" name="Google Shape;245;p42"/>
          <p:cNvSpPr txBox="1"/>
          <p:nvPr>
            <p:ph idx="24" type="body"/>
          </p:nvPr>
        </p:nvSpPr>
        <p:spPr>
          <a:xfrm>
            <a:off x="6296200" y="15886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46" name="Google Shape;246;p42"/>
          <p:cNvSpPr txBox="1"/>
          <p:nvPr>
            <p:ph idx="25" type="body"/>
          </p:nvPr>
        </p:nvSpPr>
        <p:spPr>
          <a:xfrm>
            <a:off x="6296200" y="2206550"/>
            <a:ext cx="2644800" cy="429000"/>
          </a:xfrm>
          <a:prstGeom prst="rect">
            <a:avLst/>
          </a:prstGeom>
        </p:spPr>
        <p:txBody>
          <a:bodyPr anchorCtr="0" anchor="ctr" bIns="91425" lIns="91425" spcFirstLastPara="1" rIns="91425" wrap="square" tIns="91425">
            <a:norm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47" name="Google Shape;247;p42"/>
          <p:cNvSpPr txBox="1"/>
          <p:nvPr>
            <p:ph idx="26" type="body"/>
          </p:nvPr>
        </p:nvSpPr>
        <p:spPr>
          <a:xfrm>
            <a:off x="6296200" y="2635550"/>
            <a:ext cx="2644800" cy="268200"/>
          </a:xfrm>
          <a:prstGeom prst="rect">
            <a:avLst/>
          </a:prstGeom>
        </p:spPr>
        <p:txBody>
          <a:bodyPr anchorCtr="0" anchor="t" bIns="91425" lIns="91425" spcFirstLastPara="1" rIns="91425" wrap="square" tIns="91425">
            <a:norm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48" name="Google Shape;248;p42"/>
          <p:cNvSpPr txBox="1"/>
          <p:nvPr>
            <p:ph idx="27" type="body"/>
          </p:nvPr>
        </p:nvSpPr>
        <p:spPr>
          <a:xfrm>
            <a:off x="6296200" y="2903750"/>
            <a:ext cx="2644800" cy="268200"/>
          </a:xfrm>
          <a:prstGeom prst="rect">
            <a:avLst/>
          </a:prstGeom>
        </p:spPr>
        <p:txBody>
          <a:bodyPr anchorCtr="0" anchor="t" bIns="91425" lIns="91425" spcFirstLastPara="1" rIns="91425" wrap="square" tIns="91425">
            <a:norm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49" name="Google Shape;249;p42"/>
          <p:cNvSpPr txBox="1"/>
          <p:nvPr>
            <p:ph idx="28" type="body"/>
          </p:nvPr>
        </p:nvSpPr>
        <p:spPr>
          <a:xfrm>
            <a:off x="6296200" y="3433400"/>
            <a:ext cx="2644800" cy="429000"/>
          </a:xfrm>
          <a:prstGeom prst="rect">
            <a:avLst/>
          </a:prstGeom>
        </p:spPr>
        <p:txBody>
          <a:bodyPr anchorCtr="0" anchor="ctr" bIns="91425" lIns="91425" spcFirstLastPara="1" rIns="91425" wrap="square" tIns="91425">
            <a:noAutofit/>
          </a:bodyPr>
          <a:lstStyle>
            <a:lvl1pPr indent="-342900" lvl="0" marL="457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50" name="Google Shape;250;p42"/>
          <p:cNvSpPr txBox="1"/>
          <p:nvPr>
            <p:ph idx="29" type="body"/>
          </p:nvPr>
        </p:nvSpPr>
        <p:spPr>
          <a:xfrm>
            <a:off x="6296200" y="3862400"/>
            <a:ext cx="2644800" cy="268200"/>
          </a:xfrm>
          <a:prstGeom prst="rect">
            <a:avLst/>
          </a:prstGeom>
        </p:spPr>
        <p:txBody>
          <a:bodyPr anchorCtr="0" anchor="t" bIns="91425" lIns="91425" spcFirstLastPara="1" rIns="91425" wrap="square" tIns="91425">
            <a:noAutofit/>
          </a:bodyPr>
          <a:lstStyle>
            <a:lvl1pPr indent="-292100" lvl="0" marL="457200">
              <a:lnSpc>
                <a:spcPct val="100000"/>
              </a:lnSpc>
              <a:spcBef>
                <a:spcPts val="0"/>
              </a:spcBef>
              <a:spcAft>
                <a:spcPts val="0"/>
              </a:spcAft>
              <a:buSzPts val="1000"/>
              <a:buChar char="●"/>
              <a:defRPr/>
            </a:lvl1pPr>
            <a:lvl2pPr indent="-342900" lvl="1" marL="914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2pPr>
            <a:lvl3pPr indent="-342900" lvl="2" marL="1371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3pPr>
            <a:lvl4pPr indent="-342900" lvl="3" marL="1828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4pPr>
            <a:lvl5pPr indent="-342900" lvl="4" marL="22860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5pPr>
            <a:lvl6pPr indent="-342900" lvl="5" marL="27432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6pPr>
            <a:lvl7pPr indent="-342900" lvl="6" marL="32004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7pPr>
            <a:lvl8pPr indent="-342900" lvl="7" marL="36576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8pPr>
            <a:lvl9pPr indent="-342900" lvl="8" marL="4114800">
              <a:lnSpc>
                <a:spcPct val="100000"/>
              </a:lnSpc>
              <a:spcBef>
                <a:spcPts val="0"/>
              </a:spcBef>
              <a:spcAft>
                <a:spcPts val="0"/>
              </a:spcAft>
              <a:buSzPts val="1800"/>
              <a:buFont typeface="DM Sans Medium"/>
              <a:buChar char="■"/>
              <a:defRPr sz="1800">
                <a:latin typeface="DM Sans Medium"/>
                <a:ea typeface="DM Sans Medium"/>
                <a:cs typeface="DM Sans Medium"/>
                <a:sym typeface="DM Sans Medium"/>
              </a:defRPr>
            </a:lvl9pPr>
          </a:lstStyle>
          <a:p/>
        </p:txBody>
      </p:sp>
      <p:sp>
        <p:nvSpPr>
          <p:cNvPr id="251" name="Google Shape;251;p42"/>
          <p:cNvSpPr txBox="1"/>
          <p:nvPr>
            <p:ph idx="30" type="body"/>
          </p:nvPr>
        </p:nvSpPr>
        <p:spPr>
          <a:xfrm>
            <a:off x="6296200" y="4130600"/>
            <a:ext cx="2644800" cy="268200"/>
          </a:xfrm>
          <a:prstGeom prst="rect">
            <a:avLst/>
          </a:prstGeom>
        </p:spPr>
        <p:txBody>
          <a:bodyPr anchorCtr="0" anchor="t" bIns="91425" lIns="91425" spcFirstLastPara="1" rIns="91425" wrap="square" tIns="91425">
            <a:noAutofit/>
          </a:bodyPr>
          <a:lstStyle>
            <a:lvl1pPr indent="-279400" lvl="0" marL="457200">
              <a:lnSpc>
                <a:spcPct val="100000"/>
              </a:lnSpc>
              <a:spcBef>
                <a:spcPts val="0"/>
              </a:spcBef>
              <a:spcAft>
                <a:spcPts val="0"/>
              </a:spcAft>
              <a:buSzPts val="800"/>
              <a:buChar char="●"/>
              <a:defRPr sz="800"/>
            </a:lvl1pPr>
            <a:lvl2pPr indent="-279400" lvl="1" marL="914400">
              <a:lnSpc>
                <a:spcPct val="100000"/>
              </a:lnSpc>
              <a:spcBef>
                <a:spcPts val="0"/>
              </a:spcBef>
              <a:spcAft>
                <a:spcPts val="0"/>
              </a:spcAft>
              <a:buSzPts val="800"/>
              <a:buFont typeface="DM Sans Medium"/>
              <a:buChar char="○"/>
              <a:defRPr>
                <a:latin typeface="DM Sans Medium"/>
                <a:ea typeface="DM Sans Medium"/>
                <a:cs typeface="DM Sans Medium"/>
                <a:sym typeface="DM Sans Medium"/>
              </a:defRPr>
            </a:lvl2pPr>
            <a:lvl3pPr indent="-279400" lvl="2" marL="1371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3pPr>
            <a:lvl4pPr indent="-279400" lvl="3" marL="1828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4pPr>
            <a:lvl5pPr indent="-279400" lvl="4" marL="22860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5pPr>
            <a:lvl6pPr indent="-279400" lvl="5" marL="27432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6pPr>
            <a:lvl7pPr indent="-279400" lvl="6" marL="32004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7pPr>
            <a:lvl8pPr indent="-279400" lvl="7" marL="36576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8pPr>
            <a:lvl9pPr indent="-279400" lvl="8" marL="4114800">
              <a:lnSpc>
                <a:spcPct val="100000"/>
              </a:lnSpc>
              <a:spcBef>
                <a:spcPts val="0"/>
              </a:spcBef>
              <a:spcAft>
                <a:spcPts val="0"/>
              </a:spcAft>
              <a:buSzPts val="800"/>
              <a:buFont typeface="DM Sans Medium"/>
              <a:buChar char="■"/>
              <a:defRPr sz="800">
                <a:latin typeface="DM Sans Medium"/>
                <a:ea typeface="DM Sans Medium"/>
                <a:cs typeface="DM Sans Medium"/>
                <a:sym typeface="DM Sans Medium"/>
              </a:defRPr>
            </a:lvl9pPr>
          </a:lstStyle>
          <a:p/>
        </p:txBody>
      </p:sp>
      <p:sp>
        <p:nvSpPr>
          <p:cNvPr id="252" name="Google Shape;252;p42"/>
          <p:cNvSpPr txBox="1"/>
          <p:nvPr>
            <p:ph idx="31" type="body"/>
          </p:nvPr>
        </p:nvSpPr>
        <p:spPr>
          <a:xfrm>
            <a:off x="196951" y="196725"/>
            <a:ext cx="18606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SzPts val="800"/>
              <a:buChar char="●"/>
              <a:defRPr sz="800"/>
            </a:lvl1pPr>
            <a:lvl2pPr indent="-279400" lvl="1" marL="914400">
              <a:spcBef>
                <a:spcPts val="0"/>
              </a:spcBef>
              <a:spcAft>
                <a:spcPts val="0"/>
              </a:spcAft>
              <a:buSzPts val="800"/>
              <a:buChar char="○"/>
              <a:defRPr/>
            </a:lvl2pPr>
            <a:lvl3pPr indent="-279400" lvl="2" marL="1371600">
              <a:spcBef>
                <a:spcPts val="0"/>
              </a:spcBef>
              <a:spcAft>
                <a:spcPts val="0"/>
              </a:spcAft>
              <a:buSzPts val="800"/>
              <a:buChar char="■"/>
              <a:defRPr sz="800"/>
            </a:lvl3pPr>
            <a:lvl4pPr indent="-279400" lvl="3" marL="1828800">
              <a:spcBef>
                <a:spcPts val="0"/>
              </a:spcBef>
              <a:spcAft>
                <a:spcPts val="0"/>
              </a:spcAft>
              <a:buSzPts val="800"/>
              <a:buChar char="●"/>
              <a:defRPr sz="800"/>
            </a:lvl4pPr>
            <a:lvl5pPr indent="-279400" lvl="4" marL="2286000">
              <a:spcBef>
                <a:spcPts val="0"/>
              </a:spcBef>
              <a:spcAft>
                <a:spcPts val="0"/>
              </a:spcAft>
              <a:buSzPts val="800"/>
              <a:buChar char="○"/>
              <a:defRPr sz="800"/>
            </a:lvl5pPr>
            <a:lvl6pPr indent="-279400" lvl="5" marL="2743200">
              <a:spcBef>
                <a:spcPts val="0"/>
              </a:spcBef>
              <a:spcAft>
                <a:spcPts val="0"/>
              </a:spcAft>
              <a:buSzPts val="800"/>
              <a:buChar char="■"/>
              <a:defRPr sz="800"/>
            </a:lvl6pPr>
            <a:lvl7pPr indent="-279400" lvl="6" marL="3200400">
              <a:spcBef>
                <a:spcPts val="0"/>
              </a:spcBef>
              <a:spcAft>
                <a:spcPts val="0"/>
              </a:spcAft>
              <a:buSzPts val="800"/>
              <a:buChar char="●"/>
              <a:defRPr sz="800"/>
            </a:lvl7pPr>
            <a:lvl8pPr indent="-279400" lvl="7" marL="3657600">
              <a:spcBef>
                <a:spcPts val="0"/>
              </a:spcBef>
              <a:spcAft>
                <a:spcPts val="0"/>
              </a:spcAft>
              <a:buSzPts val="800"/>
              <a:buChar char="○"/>
              <a:defRPr sz="800"/>
            </a:lvl8pPr>
            <a:lvl9pPr indent="-279400" lvl="8" marL="4114800">
              <a:spcBef>
                <a:spcPts val="0"/>
              </a:spcBef>
              <a:spcAft>
                <a:spcPts val="0"/>
              </a:spcAft>
              <a:buSzPts val="800"/>
              <a:buChar char="■"/>
              <a:defRPr sz="800"/>
            </a:lvl9pPr>
          </a:lstStyle>
          <a:p/>
        </p:txBody>
      </p:sp>
      <p:sp>
        <p:nvSpPr>
          <p:cNvPr id="253" name="Google Shape;253;p42"/>
          <p:cNvSpPr txBox="1"/>
          <p:nvPr>
            <p:ph idx="32"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SzPts val="800"/>
              <a:buChar char="●"/>
              <a:defRPr sz="800"/>
            </a:lvl1pPr>
            <a:lvl2pPr indent="-279400" lvl="1" marL="914400" algn="r">
              <a:spcBef>
                <a:spcPts val="0"/>
              </a:spcBef>
              <a:spcAft>
                <a:spcPts val="0"/>
              </a:spcAft>
              <a:buSzPts val="800"/>
              <a:buChar char="○"/>
              <a:defRPr/>
            </a:lvl2pPr>
            <a:lvl3pPr indent="-279400" lvl="2" marL="1371600" algn="r">
              <a:spcBef>
                <a:spcPts val="0"/>
              </a:spcBef>
              <a:spcAft>
                <a:spcPts val="0"/>
              </a:spcAft>
              <a:buSzPts val="800"/>
              <a:buChar char="■"/>
              <a:defRPr sz="800"/>
            </a:lvl3pPr>
            <a:lvl4pPr indent="-279400" lvl="3" marL="1828800" algn="r">
              <a:spcBef>
                <a:spcPts val="0"/>
              </a:spcBef>
              <a:spcAft>
                <a:spcPts val="0"/>
              </a:spcAft>
              <a:buSzPts val="800"/>
              <a:buChar char="●"/>
              <a:defRPr sz="800"/>
            </a:lvl4pPr>
            <a:lvl5pPr indent="-279400" lvl="4" marL="2286000" algn="r">
              <a:spcBef>
                <a:spcPts val="0"/>
              </a:spcBef>
              <a:spcAft>
                <a:spcPts val="0"/>
              </a:spcAft>
              <a:buSzPts val="800"/>
              <a:buChar char="○"/>
              <a:defRPr sz="800"/>
            </a:lvl5pPr>
            <a:lvl6pPr indent="-279400" lvl="5" marL="2743200" algn="r">
              <a:spcBef>
                <a:spcPts val="0"/>
              </a:spcBef>
              <a:spcAft>
                <a:spcPts val="0"/>
              </a:spcAft>
              <a:buSzPts val="800"/>
              <a:buChar char="■"/>
              <a:defRPr sz="800"/>
            </a:lvl6pPr>
            <a:lvl7pPr indent="-279400" lvl="6" marL="3200400" algn="r">
              <a:spcBef>
                <a:spcPts val="0"/>
              </a:spcBef>
              <a:spcAft>
                <a:spcPts val="0"/>
              </a:spcAft>
              <a:buSzPts val="800"/>
              <a:buChar char="●"/>
              <a:defRPr sz="800"/>
            </a:lvl7pPr>
            <a:lvl8pPr indent="-279400" lvl="7" marL="3657600" algn="r">
              <a:spcBef>
                <a:spcPts val="0"/>
              </a:spcBef>
              <a:spcAft>
                <a:spcPts val="0"/>
              </a:spcAft>
              <a:buSzPts val="800"/>
              <a:buChar char="○"/>
              <a:defRPr sz="800"/>
            </a:lvl8pPr>
            <a:lvl9pPr indent="-279400" lvl="8" marL="4114800" algn="r">
              <a:spcBef>
                <a:spcPts val="0"/>
              </a:spcBef>
              <a:spcAft>
                <a:spcPts val="0"/>
              </a:spcAft>
              <a:buSzPts val="800"/>
              <a:buChar char="■"/>
              <a:defRPr sz="800"/>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blank">
  <p:cSld name="CUSTOM">
    <p:spTree>
      <p:nvGrpSpPr>
        <p:cNvPr id="254" name="Shape 254"/>
        <p:cNvGrpSpPr/>
        <p:nvPr/>
      </p:nvGrpSpPr>
      <p:grpSpPr>
        <a:xfrm>
          <a:off x="0" y="0"/>
          <a:ext cx="0" cy="0"/>
          <a:chOff x="0" y="0"/>
          <a:chExt cx="0" cy="0"/>
        </a:xfrm>
      </p:grpSpPr>
      <p:sp>
        <p:nvSpPr>
          <p:cNvPr id="255" name="Google Shape;255;p4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56" name="Google Shape;256;p43"/>
          <p:cNvSpPr txBox="1"/>
          <p:nvPr>
            <p:ph idx="1" type="body"/>
          </p:nvPr>
        </p:nvSpPr>
        <p:spPr>
          <a:xfrm>
            <a:off x="196951" y="196725"/>
            <a:ext cx="1860300" cy="209100"/>
          </a:xfrm>
          <a:prstGeom prst="rect">
            <a:avLst/>
          </a:prstGeom>
        </p:spPr>
        <p:txBody>
          <a:bodyPr anchorCtr="0" anchor="ctr" bIns="91425" lIns="91425" spcFirstLastPara="1" rIns="91425" wrap="square" tIns="91425">
            <a:noAutofit/>
          </a:bodyPr>
          <a:lstStyle>
            <a:lvl1pPr indent="-279400" lvl="0" marL="457200">
              <a:spcBef>
                <a:spcPts val="0"/>
              </a:spcBef>
              <a:spcAft>
                <a:spcPts val="0"/>
              </a:spcAft>
              <a:buClr>
                <a:schemeClr val="dk1"/>
              </a:buClr>
              <a:buSzPts val="800"/>
              <a:buChar char="●"/>
              <a:defRPr sz="800">
                <a:solidFill>
                  <a:schemeClr val="dk1"/>
                </a:solidFill>
              </a:defRPr>
            </a:lvl1pPr>
            <a:lvl2pPr indent="-279400" lvl="1" marL="914400">
              <a:spcBef>
                <a:spcPts val="0"/>
              </a:spcBef>
              <a:spcAft>
                <a:spcPts val="0"/>
              </a:spcAft>
              <a:buClr>
                <a:schemeClr val="dk1"/>
              </a:buClr>
              <a:buSzPts val="800"/>
              <a:buChar char="○"/>
              <a:defRPr>
                <a:solidFill>
                  <a:schemeClr val="dk1"/>
                </a:solidFill>
              </a:defRPr>
            </a:lvl2pPr>
            <a:lvl3pPr indent="-279400" lvl="2" marL="1371600">
              <a:spcBef>
                <a:spcPts val="0"/>
              </a:spcBef>
              <a:spcAft>
                <a:spcPts val="0"/>
              </a:spcAft>
              <a:buClr>
                <a:schemeClr val="dk1"/>
              </a:buClr>
              <a:buSzPts val="800"/>
              <a:buChar char="■"/>
              <a:defRPr sz="800">
                <a:solidFill>
                  <a:schemeClr val="dk1"/>
                </a:solidFill>
              </a:defRPr>
            </a:lvl3pPr>
            <a:lvl4pPr indent="-279400" lvl="3" marL="1828800">
              <a:spcBef>
                <a:spcPts val="0"/>
              </a:spcBef>
              <a:spcAft>
                <a:spcPts val="0"/>
              </a:spcAft>
              <a:buClr>
                <a:schemeClr val="dk1"/>
              </a:buClr>
              <a:buSzPts val="800"/>
              <a:buChar char="●"/>
              <a:defRPr sz="800">
                <a:solidFill>
                  <a:schemeClr val="dk1"/>
                </a:solidFill>
              </a:defRPr>
            </a:lvl4pPr>
            <a:lvl5pPr indent="-279400" lvl="4" marL="2286000">
              <a:spcBef>
                <a:spcPts val="0"/>
              </a:spcBef>
              <a:spcAft>
                <a:spcPts val="0"/>
              </a:spcAft>
              <a:buClr>
                <a:schemeClr val="dk1"/>
              </a:buClr>
              <a:buSzPts val="800"/>
              <a:buChar char="○"/>
              <a:defRPr sz="800">
                <a:solidFill>
                  <a:schemeClr val="dk1"/>
                </a:solidFill>
              </a:defRPr>
            </a:lvl5pPr>
            <a:lvl6pPr indent="-279400" lvl="5" marL="2743200">
              <a:spcBef>
                <a:spcPts val="0"/>
              </a:spcBef>
              <a:spcAft>
                <a:spcPts val="0"/>
              </a:spcAft>
              <a:buClr>
                <a:schemeClr val="dk1"/>
              </a:buClr>
              <a:buSzPts val="800"/>
              <a:buChar char="■"/>
              <a:defRPr sz="800">
                <a:solidFill>
                  <a:schemeClr val="dk1"/>
                </a:solidFill>
              </a:defRPr>
            </a:lvl6pPr>
            <a:lvl7pPr indent="-279400" lvl="6" marL="3200400">
              <a:spcBef>
                <a:spcPts val="0"/>
              </a:spcBef>
              <a:spcAft>
                <a:spcPts val="0"/>
              </a:spcAft>
              <a:buClr>
                <a:schemeClr val="dk1"/>
              </a:buClr>
              <a:buSzPts val="800"/>
              <a:buChar char="●"/>
              <a:defRPr sz="800">
                <a:solidFill>
                  <a:schemeClr val="dk1"/>
                </a:solidFill>
              </a:defRPr>
            </a:lvl7pPr>
            <a:lvl8pPr indent="-279400" lvl="7" marL="3657600">
              <a:spcBef>
                <a:spcPts val="0"/>
              </a:spcBef>
              <a:spcAft>
                <a:spcPts val="0"/>
              </a:spcAft>
              <a:buClr>
                <a:schemeClr val="dk1"/>
              </a:buClr>
              <a:buSzPts val="800"/>
              <a:buChar char="○"/>
              <a:defRPr sz="800">
                <a:solidFill>
                  <a:schemeClr val="dk1"/>
                </a:solidFill>
              </a:defRPr>
            </a:lvl8pPr>
            <a:lvl9pPr indent="-279400" lvl="8" marL="4114800">
              <a:spcBef>
                <a:spcPts val="0"/>
              </a:spcBef>
              <a:spcAft>
                <a:spcPts val="0"/>
              </a:spcAft>
              <a:buClr>
                <a:schemeClr val="dk1"/>
              </a:buClr>
              <a:buSzPts val="800"/>
              <a:buChar char="■"/>
              <a:defRPr sz="800">
                <a:solidFill>
                  <a:schemeClr val="dk1"/>
                </a:solidFill>
              </a:defRPr>
            </a:lvl9pPr>
          </a:lstStyle>
          <a:p/>
        </p:txBody>
      </p:sp>
      <p:sp>
        <p:nvSpPr>
          <p:cNvPr id="257" name="Google Shape;257;p43"/>
          <p:cNvSpPr txBox="1"/>
          <p:nvPr>
            <p:ph idx="2" type="body"/>
          </p:nvPr>
        </p:nvSpPr>
        <p:spPr>
          <a:xfrm>
            <a:off x="7087526" y="196725"/>
            <a:ext cx="1933500" cy="209100"/>
          </a:xfrm>
          <a:prstGeom prst="rect">
            <a:avLst/>
          </a:prstGeom>
        </p:spPr>
        <p:txBody>
          <a:bodyPr anchorCtr="0" anchor="ctr" bIns="91425" lIns="91425" spcFirstLastPara="1" rIns="91425" wrap="square" tIns="91425">
            <a:noAutofit/>
          </a:bodyPr>
          <a:lstStyle>
            <a:lvl1pPr indent="-279400" lvl="0" marL="457200" algn="r">
              <a:spcBef>
                <a:spcPts val="0"/>
              </a:spcBef>
              <a:spcAft>
                <a:spcPts val="0"/>
              </a:spcAft>
              <a:buClr>
                <a:schemeClr val="dk1"/>
              </a:buClr>
              <a:buSzPts val="800"/>
              <a:buChar char="●"/>
              <a:defRPr sz="800">
                <a:solidFill>
                  <a:schemeClr val="dk1"/>
                </a:solidFill>
              </a:defRPr>
            </a:lvl1pPr>
            <a:lvl2pPr indent="-279400" lvl="1" marL="914400" algn="r">
              <a:spcBef>
                <a:spcPts val="0"/>
              </a:spcBef>
              <a:spcAft>
                <a:spcPts val="0"/>
              </a:spcAft>
              <a:buClr>
                <a:schemeClr val="dk1"/>
              </a:buClr>
              <a:buSzPts val="800"/>
              <a:buChar char="○"/>
              <a:defRPr>
                <a:solidFill>
                  <a:schemeClr val="dk1"/>
                </a:solidFill>
              </a:defRPr>
            </a:lvl2pPr>
            <a:lvl3pPr indent="-279400" lvl="2" marL="1371600" algn="r">
              <a:spcBef>
                <a:spcPts val="0"/>
              </a:spcBef>
              <a:spcAft>
                <a:spcPts val="0"/>
              </a:spcAft>
              <a:buClr>
                <a:schemeClr val="dk1"/>
              </a:buClr>
              <a:buSzPts val="800"/>
              <a:buChar char="■"/>
              <a:defRPr sz="800">
                <a:solidFill>
                  <a:schemeClr val="dk1"/>
                </a:solidFill>
              </a:defRPr>
            </a:lvl3pPr>
            <a:lvl4pPr indent="-279400" lvl="3" marL="1828800" algn="r">
              <a:spcBef>
                <a:spcPts val="0"/>
              </a:spcBef>
              <a:spcAft>
                <a:spcPts val="0"/>
              </a:spcAft>
              <a:buClr>
                <a:schemeClr val="dk1"/>
              </a:buClr>
              <a:buSzPts val="800"/>
              <a:buChar char="●"/>
              <a:defRPr sz="800">
                <a:solidFill>
                  <a:schemeClr val="dk1"/>
                </a:solidFill>
              </a:defRPr>
            </a:lvl4pPr>
            <a:lvl5pPr indent="-279400" lvl="4" marL="2286000" algn="r">
              <a:spcBef>
                <a:spcPts val="0"/>
              </a:spcBef>
              <a:spcAft>
                <a:spcPts val="0"/>
              </a:spcAft>
              <a:buClr>
                <a:schemeClr val="dk1"/>
              </a:buClr>
              <a:buSzPts val="800"/>
              <a:buChar char="○"/>
              <a:defRPr sz="800">
                <a:solidFill>
                  <a:schemeClr val="dk1"/>
                </a:solidFill>
              </a:defRPr>
            </a:lvl5pPr>
            <a:lvl6pPr indent="-279400" lvl="5" marL="2743200" algn="r">
              <a:spcBef>
                <a:spcPts val="0"/>
              </a:spcBef>
              <a:spcAft>
                <a:spcPts val="0"/>
              </a:spcAft>
              <a:buClr>
                <a:schemeClr val="dk1"/>
              </a:buClr>
              <a:buSzPts val="800"/>
              <a:buChar char="■"/>
              <a:defRPr sz="800">
                <a:solidFill>
                  <a:schemeClr val="dk1"/>
                </a:solidFill>
              </a:defRPr>
            </a:lvl6pPr>
            <a:lvl7pPr indent="-279400" lvl="6" marL="3200400" algn="r">
              <a:spcBef>
                <a:spcPts val="0"/>
              </a:spcBef>
              <a:spcAft>
                <a:spcPts val="0"/>
              </a:spcAft>
              <a:buClr>
                <a:schemeClr val="dk1"/>
              </a:buClr>
              <a:buSzPts val="800"/>
              <a:buChar char="●"/>
              <a:defRPr sz="800">
                <a:solidFill>
                  <a:schemeClr val="dk1"/>
                </a:solidFill>
              </a:defRPr>
            </a:lvl7pPr>
            <a:lvl8pPr indent="-279400" lvl="7" marL="3657600" algn="r">
              <a:spcBef>
                <a:spcPts val="0"/>
              </a:spcBef>
              <a:spcAft>
                <a:spcPts val="0"/>
              </a:spcAft>
              <a:buClr>
                <a:schemeClr val="dk1"/>
              </a:buClr>
              <a:buSzPts val="800"/>
              <a:buChar char="○"/>
              <a:defRPr sz="800">
                <a:solidFill>
                  <a:schemeClr val="dk1"/>
                </a:solidFill>
              </a:defRPr>
            </a:lvl8pPr>
            <a:lvl9pPr indent="-279400" lvl="8" marL="4114800" algn="r">
              <a:spcBef>
                <a:spcPts val="0"/>
              </a:spcBef>
              <a:spcAft>
                <a:spcPts val="0"/>
              </a:spcAft>
              <a:buClr>
                <a:schemeClr val="dk1"/>
              </a:buClr>
              <a:buSzPts val="800"/>
              <a:buChar char="■"/>
              <a:defRPr sz="800">
                <a:solidFill>
                  <a:schemeClr val="dk1"/>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22" Type="http://schemas.openxmlformats.org/officeDocument/2006/relationships/slideLayout" Target="../slideLayouts/slideLayout33.xml"/><Relationship Id="rId21" Type="http://schemas.openxmlformats.org/officeDocument/2006/relationships/slideLayout" Target="../slideLayouts/slideLayout32.xml"/><Relationship Id="rId24" Type="http://schemas.openxmlformats.org/officeDocument/2006/relationships/slideLayout" Target="../slideLayouts/slideLayout35.xml"/><Relationship Id="rId23" Type="http://schemas.openxmlformats.org/officeDocument/2006/relationships/slideLayout" Target="../slideLayouts/slideLayout34.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26" Type="http://schemas.openxmlformats.org/officeDocument/2006/relationships/slideLayout" Target="../slideLayouts/slideLayout37.xml"/><Relationship Id="rId25" Type="http://schemas.openxmlformats.org/officeDocument/2006/relationships/slideLayout" Target="../slideLayouts/slideLayout36.xml"/><Relationship Id="rId28" Type="http://schemas.openxmlformats.org/officeDocument/2006/relationships/slideLayout" Target="../slideLayouts/slideLayout39.xml"/><Relationship Id="rId27" Type="http://schemas.openxmlformats.org/officeDocument/2006/relationships/slideLayout" Target="../slideLayouts/slideLayout38.xml"/><Relationship Id="rId5" Type="http://schemas.openxmlformats.org/officeDocument/2006/relationships/slideLayout" Target="../slideLayouts/slideLayout16.xml"/><Relationship Id="rId6" Type="http://schemas.openxmlformats.org/officeDocument/2006/relationships/slideLayout" Target="../slideLayouts/slideLayout17.xml"/><Relationship Id="rId29" Type="http://schemas.openxmlformats.org/officeDocument/2006/relationships/slideLayout" Target="../slideLayouts/slideLayout40.xml"/><Relationship Id="rId7" Type="http://schemas.openxmlformats.org/officeDocument/2006/relationships/slideLayout" Target="../slideLayouts/slideLayout18.xml"/><Relationship Id="rId8" Type="http://schemas.openxmlformats.org/officeDocument/2006/relationships/slideLayout" Target="../slideLayouts/slideLayout19.xml"/><Relationship Id="rId31" Type="http://schemas.openxmlformats.org/officeDocument/2006/relationships/theme" Target="../theme/theme3.xml"/><Relationship Id="rId30" Type="http://schemas.openxmlformats.org/officeDocument/2006/relationships/slideLayout" Target="../slideLayouts/slideLayout41.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19" Type="http://schemas.openxmlformats.org/officeDocument/2006/relationships/slideLayout" Target="../slideLayouts/slideLayout30.xml"/><Relationship Id="rId1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1pPr>
            <a:lvl2pPr lvl="1">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2pPr>
            <a:lvl3pPr lvl="2">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3pPr>
            <a:lvl4pPr lvl="3">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4pPr>
            <a:lvl5pPr lvl="4">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5pPr>
            <a:lvl6pPr lvl="5">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6pPr>
            <a:lvl7pPr lvl="6">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7pPr>
            <a:lvl8pPr lvl="7">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8pPr>
            <a:lvl9pPr lvl="8">
              <a:lnSpc>
                <a:spcPct val="90000"/>
              </a:lnSpc>
              <a:spcBef>
                <a:spcPts val="0"/>
              </a:spcBef>
              <a:spcAft>
                <a:spcPts val="0"/>
              </a:spcAft>
              <a:buClr>
                <a:schemeClr val="dk1"/>
              </a:buClr>
              <a:buSzPts val="3450"/>
              <a:buFont typeface="Merriweather"/>
              <a:buNone/>
              <a:defRPr b="1" sz="3450">
                <a:solidFill>
                  <a:schemeClr val="dk1"/>
                </a:solidFill>
                <a:latin typeface="Merriweather"/>
                <a:ea typeface="Merriweather"/>
                <a:cs typeface="Merriweather"/>
                <a:sym typeface="Merriweather"/>
              </a:defRPr>
            </a:lvl9pPr>
          </a:lstStyle>
          <a:p/>
        </p:txBody>
      </p:sp>
      <p:sp>
        <p:nvSpPr>
          <p:cNvPr id="52" name="Google Shape;52;p13"/>
          <p:cNvSpPr txBox="1"/>
          <p:nvPr>
            <p:ph idx="1" type="body"/>
          </p:nvPr>
        </p:nvSpPr>
        <p:spPr>
          <a:xfrm>
            <a:off x="311700" y="1152475"/>
            <a:ext cx="8520600" cy="1760100"/>
          </a:xfrm>
          <a:prstGeom prst="rect">
            <a:avLst/>
          </a:prstGeom>
          <a:noFill/>
          <a:ln>
            <a:noFill/>
          </a:ln>
        </p:spPr>
        <p:txBody>
          <a:bodyPr anchorCtr="0" anchor="t" bIns="91425" lIns="91425" spcFirstLastPara="1" rIns="91425" wrap="square" tIns="91425">
            <a:normAutofit/>
          </a:bodyPr>
          <a:lstStyle>
            <a:lvl1pPr indent="-292100" lvl="0" marL="4572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1pPr>
            <a:lvl2pPr indent="-279400" lvl="1" marL="914400">
              <a:lnSpc>
                <a:spcPct val="115000"/>
              </a:lnSpc>
              <a:spcBef>
                <a:spcPts val="0"/>
              </a:spcBef>
              <a:spcAft>
                <a:spcPts val="0"/>
              </a:spcAft>
              <a:buClr>
                <a:schemeClr val="dk2"/>
              </a:buClr>
              <a:buSzPts val="800"/>
              <a:buFont typeface="DM Sans"/>
              <a:buChar char="○"/>
              <a:defRPr sz="800">
                <a:solidFill>
                  <a:schemeClr val="dk2"/>
                </a:solidFill>
                <a:latin typeface="DM Sans"/>
                <a:ea typeface="DM Sans"/>
                <a:cs typeface="DM Sans"/>
                <a:sym typeface="DM Sans"/>
              </a:defRPr>
            </a:lvl2pPr>
            <a:lvl3pPr indent="-292100" lvl="2" marL="13716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3pPr>
            <a:lvl4pPr indent="-292100" lvl="3" marL="18288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4pPr>
            <a:lvl5pPr indent="-292100" lvl="4" marL="22860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5pPr>
            <a:lvl6pPr indent="-292100" lvl="5" marL="27432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6pPr>
            <a:lvl7pPr indent="-292100" lvl="6" marL="32004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7pPr>
            <a:lvl8pPr indent="-292100" lvl="7" marL="36576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8pPr>
            <a:lvl9pPr indent="-292100" lvl="8" marL="4114800">
              <a:lnSpc>
                <a:spcPct val="115000"/>
              </a:lnSpc>
              <a:spcBef>
                <a:spcPts val="0"/>
              </a:spcBef>
              <a:spcAft>
                <a:spcPts val="0"/>
              </a:spcAft>
              <a:buClr>
                <a:schemeClr val="dk2"/>
              </a:buClr>
              <a:buSzPts val="1000"/>
              <a:buFont typeface="DM Sans"/>
              <a:buChar char="■"/>
              <a:defRPr sz="1000">
                <a:solidFill>
                  <a:schemeClr val="dk2"/>
                </a:solidFill>
                <a:latin typeface="DM Sans"/>
                <a:ea typeface="DM Sans"/>
                <a:cs typeface="DM Sans"/>
                <a:sym typeface="DM Sans"/>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800">
                <a:solidFill>
                  <a:schemeClr val="dk1"/>
                </a:solidFill>
                <a:latin typeface="DM Sans"/>
                <a:ea typeface="DM Sans"/>
                <a:cs typeface="DM Sans"/>
                <a:sym typeface="DM Sans"/>
              </a:defRPr>
            </a:lvl1pPr>
            <a:lvl2pPr lvl="1" algn="r">
              <a:buNone/>
              <a:defRPr sz="800">
                <a:solidFill>
                  <a:schemeClr val="dk1"/>
                </a:solidFill>
                <a:latin typeface="DM Sans"/>
                <a:ea typeface="DM Sans"/>
                <a:cs typeface="DM Sans"/>
                <a:sym typeface="DM Sans"/>
              </a:defRPr>
            </a:lvl2pPr>
            <a:lvl3pPr lvl="2" algn="r">
              <a:buNone/>
              <a:defRPr sz="800">
                <a:solidFill>
                  <a:schemeClr val="dk1"/>
                </a:solidFill>
                <a:latin typeface="DM Sans"/>
                <a:ea typeface="DM Sans"/>
                <a:cs typeface="DM Sans"/>
                <a:sym typeface="DM Sans"/>
              </a:defRPr>
            </a:lvl3pPr>
            <a:lvl4pPr lvl="3" algn="r">
              <a:buNone/>
              <a:defRPr sz="800">
                <a:solidFill>
                  <a:schemeClr val="dk1"/>
                </a:solidFill>
                <a:latin typeface="DM Sans"/>
                <a:ea typeface="DM Sans"/>
                <a:cs typeface="DM Sans"/>
                <a:sym typeface="DM Sans"/>
              </a:defRPr>
            </a:lvl4pPr>
            <a:lvl5pPr lvl="4" algn="r">
              <a:buNone/>
              <a:defRPr sz="800">
                <a:solidFill>
                  <a:schemeClr val="dk1"/>
                </a:solidFill>
                <a:latin typeface="DM Sans"/>
                <a:ea typeface="DM Sans"/>
                <a:cs typeface="DM Sans"/>
                <a:sym typeface="DM Sans"/>
              </a:defRPr>
            </a:lvl5pPr>
            <a:lvl6pPr lvl="5" algn="r">
              <a:buNone/>
              <a:defRPr sz="800">
                <a:solidFill>
                  <a:schemeClr val="dk1"/>
                </a:solidFill>
                <a:latin typeface="DM Sans"/>
                <a:ea typeface="DM Sans"/>
                <a:cs typeface="DM Sans"/>
                <a:sym typeface="DM Sans"/>
              </a:defRPr>
            </a:lvl6pPr>
            <a:lvl7pPr lvl="6" algn="r">
              <a:buNone/>
              <a:defRPr sz="800">
                <a:solidFill>
                  <a:schemeClr val="dk1"/>
                </a:solidFill>
                <a:latin typeface="DM Sans"/>
                <a:ea typeface="DM Sans"/>
                <a:cs typeface="DM Sans"/>
                <a:sym typeface="DM Sans"/>
              </a:defRPr>
            </a:lvl7pPr>
            <a:lvl8pPr lvl="7" algn="r">
              <a:buNone/>
              <a:defRPr sz="800">
                <a:solidFill>
                  <a:schemeClr val="dk1"/>
                </a:solidFill>
                <a:latin typeface="DM Sans"/>
                <a:ea typeface="DM Sans"/>
                <a:cs typeface="DM Sans"/>
                <a:sym typeface="DM Sans"/>
              </a:defRPr>
            </a:lvl8pPr>
            <a:lvl9pPr lvl="8" algn="r">
              <a:buNone/>
              <a:defRPr sz="8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124">
          <p15:clr>
            <a:srgbClr val="E46962"/>
          </p15:clr>
        </p15:guide>
        <p15:guide id="2" orient="horz" pos="124">
          <p15:clr>
            <a:srgbClr val="E46962"/>
          </p15:clr>
        </p15:guide>
        <p15:guide id="3" pos="5636">
          <p15:clr>
            <a:srgbClr val="E46962"/>
          </p15:clr>
        </p15:guide>
        <p15:guide id="4" orient="horz" pos="3116">
          <p15:clr>
            <a:srgbClr val="E46962"/>
          </p15:clr>
        </p15:guide>
        <p15:guide id="5" pos="1296">
          <p15:clr>
            <a:srgbClr val="E46962"/>
          </p15:clr>
        </p15:guide>
        <p15:guide id="6" pos="4465">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44"/>
          <p:cNvSpPr txBox="1"/>
          <p:nvPr>
            <p:ph type="ctrTitle"/>
          </p:nvPr>
        </p:nvSpPr>
        <p:spPr>
          <a:xfrm>
            <a:off x="196950" y="223825"/>
            <a:ext cx="8011800" cy="1877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Traffic Camera Browser</a:t>
            </a:r>
            <a:endParaRPr/>
          </a:p>
        </p:txBody>
      </p:sp>
      <p:sp>
        <p:nvSpPr>
          <p:cNvPr id="263" name="Google Shape;263;p44"/>
          <p:cNvSpPr txBox="1"/>
          <p:nvPr>
            <p:ph idx="2" type="subTitle"/>
          </p:nvPr>
        </p:nvSpPr>
        <p:spPr>
          <a:xfrm>
            <a:off x="196950" y="2171250"/>
            <a:ext cx="4565100" cy="2279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OOAD 16</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Khashayar Amirsohrabi, Zhihuang Chen</a:t>
            </a:r>
            <a:endParaRPr/>
          </a:p>
          <a:p>
            <a:pPr indent="0" lvl="0" marL="0" rtl="0" algn="l">
              <a:spcBef>
                <a:spcPts val="0"/>
              </a:spcBef>
              <a:spcAft>
                <a:spcPts val="0"/>
              </a:spcAft>
              <a:buNone/>
            </a:pPr>
            <a:r>
              <a:t/>
            </a:r>
            <a:endParaRPr/>
          </a:p>
        </p:txBody>
      </p:sp>
      <p:pic>
        <p:nvPicPr>
          <p:cNvPr id="264" name="Google Shape;264;p44"/>
          <p:cNvPicPr preferRelativeResize="0"/>
          <p:nvPr/>
        </p:nvPicPr>
        <p:blipFill>
          <a:blip r:embed="rId3">
            <a:alphaModFix/>
          </a:blip>
          <a:stretch>
            <a:fillRect/>
          </a:stretch>
        </p:blipFill>
        <p:spPr>
          <a:xfrm>
            <a:off x="4970714" y="2171250"/>
            <a:ext cx="3856736" cy="2566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45"/>
          <p:cNvSpPr txBox="1"/>
          <p:nvPr>
            <p:ph type="title"/>
          </p:nvPr>
        </p:nvSpPr>
        <p:spPr>
          <a:xfrm>
            <a:off x="197375" y="196450"/>
            <a:ext cx="3743700" cy="581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Details</a:t>
            </a:r>
            <a:endParaRPr/>
          </a:p>
        </p:txBody>
      </p:sp>
      <p:sp>
        <p:nvSpPr>
          <p:cNvPr id="270" name="Google Shape;270;p45"/>
          <p:cNvSpPr txBox="1"/>
          <p:nvPr>
            <p:ph idx="1" type="body"/>
          </p:nvPr>
        </p:nvSpPr>
        <p:spPr>
          <a:xfrm>
            <a:off x="197375" y="777850"/>
            <a:ext cx="8609700" cy="3730200"/>
          </a:xfrm>
          <a:prstGeom prst="rect">
            <a:avLst/>
          </a:prstGeom>
        </p:spPr>
        <p:txBody>
          <a:bodyPr anchorCtr="0" anchor="t" bIns="91425" lIns="91425" spcFirstLastPara="1" rIns="91425" wrap="square" tIns="91425">
            <a:noAutofit/>
          </a:bodyPr>
          <a:lstStyle/>
          <a:p>
            <a:pPr indent="0" lvl="0" marL="0" rtl="0" algn="just">
              <a:spcBef>
                <a:spcPts val="0"/>
              </a:spcBef>
              <a:spcAft>
                <a:spcPts val="1200"/>
              </a:spcAft>
              <a:buNone/>
            </a:pPr>
            <a:r>
              <a:rPr lang="en" sz="1900"/>
              <a:t>At present, many cities have deployed traffic cameras and made them freely accessible to the public. However, due to factors such as operational costs, these cameras only allow real-time viewing (with time limits for viewing), and users cannot view past recordings. Our team aims to build an affordable, retroactive traffic camera video browsing platform for users to watch these videos at any time. Users can view the playback of any camera from the past 72 hours (temporary plan) through our platform.</a:t>
            </a:r>
            <a:endParaRPr sz="1900"/>
          </a:p>
        </p:txBody>
      </p:sp>
      <p:sp>
        <p:nvSpPr>
          <p:cNvPr id="271" name="Google Shape;271;p4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46"/>
          <p:cNvSpPr txBox="1"/>
          <p:nvPr>
            <p:ph type="title"/>
          </p:nvPr>
        </p:nvSpPr>
        <p:spPr>
          <a:xfrm>
            <a:off x="197375" y="196450"/>
            <a:ext cx="3743700" cy="581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Use Case</a:t>
            </a:r>
            <a:endParaRPr/>
          </a:p>
        </p:txBody>
      </p:sp>
      <p:sp>
        <p:nvSpPr>
          <p:cNvPr id="277" name="Google Shape;277;p4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pic>
        <p:nvPicPr>
          <p:cNvPr id="278" name="Google Shape;278;p46" title="Screenshot 2026-02-11 at 16.00.26.png"/>
          <p:cNvPicPr preferRelativeResize="0"/>
          <p:nvPr/>
        </p:nvPicPr>
        <p:blipFill>
          <a:blip r:embed="rId3">
            <a:alphaModFix/>
          </a:blip>
          <a:stretch>
            <a:fillRect/>
          </a:stretch>
        </p:blipFill>
        <p:spPr>
          <a:xfrm>
            <a:off x="1022850" y="777850"/>
            <a:ext cx="7098301" cy="41692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284" name="Google Shape;284;p47"/>
          <p:cNvSpPr txBox="1"/>
          <p:nvPr>
            <p:ph idx="1" type="subTitle"/>
          </p:nvPr>
        </p:nvSpPr>
        <p:spPr>
          <a:xfrm>
            <a:off x="975300" y="196450"/>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Ues Case 1: Register Account</a:t>
            </a:r>
            <a:endParaRPr/>
          </a:p>
        </p:txBody>
      </p:sp>
      <p:pic>
        <p:nvPicPr>
          <p:cNvPr id="285" name="Google Shape;285;p47"/>
          <p:cNvPicPr preferRelativeResize="0"/>
          <p:nvPr/>
        </p:nvPicPr>
        <p:blipFill>
          <a:blip r:embed="rId3">
            <a:alphaModFix/>
          </a:blip>
          <a:stretch>
            <a:fillRect/>
          </a:stretch>
        </p:blipFill>
        <p:spPr>
          <a:xfrm>
            <a:off x="152400" y="1570588"/>
            <a:ext cx="8839201" cy="200233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291" name="Google Shape;291;p48"/>
          <p:cNvSpPr txBox="1"/>
          <p:nvPr>
            <p:ph idx="1" type="subTitle"/>
          </p:nvPr>
        </p:nvSpPr>
        <p:spPr>
          <a:xfrm>
            <a:off x="975300" y="196450"/>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Use Case 2: Watch Live Traffic Camera</a:t>
            </a:r>
            <a:endParaRPr/>
          </a:p>
        </p:txBody>
      </p:sp>
      <p:pic>
        <p:nvPicPr>
          <p:cNvPr id="292" name="Google Shape;292;p48"/>
          <p:cNvPicPr preferRelativeResize="0"/>
          <p:nvPr/>
        </p:nvPicPr>
        <p:blipFill>
          <a:blip r:embed="rId3">
            <a:alphaModFix/>
          </a:blip>
          <a:stretch>
            <a:fillRect/>
          </a:stretch>
        </p:blipFill>
        <p:spPr>
          <a:xfrm>
            <a:off x="152400" y="1456288"/>
            <a:ext cx="8839200" cy="2230913"/>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4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298" name="Google Shape;298;p49"/>
          <p:cNvSpPr txBox="1"/>
          <p:nvPr>
            <p:ph idx="1" type="subTitle"/>
          </p:nvPr>
        </p:nvSpPr>
        <p:spPr>
          <a:xfrm>
            <a:off x="975300" y="196450"/>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Use Case 3: Watch Past Playback</a:t>
            </a:r>
            <a:endParaRPr/>
          </a:p>
        </p:txBody>
      </p:sp>
      <p:pic>
        <p:nvPicPr>
          <p:cNvPr id="299" name="Google Shape;299;p49"/>
          <p:cNvPicPr preferRelativeResize="0"/>
          <p:nvPr/>
        </p:nvPicPr>
        <p:blipFill>
          <a:blip r:embed="rId3">
            <a:alphaModFix/>
          </a:blip>
          <a:stretch>
            <a:fillRect/>
          </a:stretch>
        </p:blipFill>
        <p:spPr>
          <a:xfrm>
            <a:off x="152400" y="1523875"/>
            <a:ext cx="8839201" cy="209575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305" name="Google Shape;305;p50"/>
          <p:cNvSpPr txBox="1"/>
          <p:nvPr>
            <p:ph idx="1" type="subTitle"/>
          </p:nvPr>
        </p:nvSpPr>
        <p:spPr>
          <a:xfrm>
            <a:off x="975300" y="196450"/>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Use Case 4: Add Camera to Favorites</a:t>
            </a:r>
            <a:endParaRPr/>
          </a:p>
        </p:txBody>
      </p:sp>
      <p:pic>
        <p:nvPicPr>
          <p:cNvPr id="306" name="Google Shape;306;p50"/>
          <p:cNvPicPr preferRelativeResize="0"/>
          <p:nvPr/>
        </p:nvPicPr>
        <p:blipFill>
          <a:blip r:embed="rId3">
            <a:alphaModFix/>
          </a:blip>
          <a:stretch>
            <a:fillRect/>
          </a:stretch>
        </p:blipFill>
        <p:spPr>
          <a:xfrm>
            <a:off x="152400" y="1566413"/>
            <a:ext cx="8839199" cy="201066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5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312" name="Google Shape;312;p51"/>
          <p:cNvSpPr txBox="1"/>
          <p:nvPr>
            <p:ph idx="1" type="subTitle"/>
          </p:nvPr>
        </p:nvSpPr>
        <p:spPr>
          <a:xfrm>
            <a:off x="975300" y="196450"/>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Use Case 5: View Browsing History</a:t>
            </a:r>
            <a:endParaRPr/>
          </a:p>
        </p:txBody>
      </p:sp>
      <p:pic>
        <p:nvPicPr>
          <p:cNvPr id="313" name="Google Shape;313;p51"/>
          <p:cNvPicPr preferRelativeResize="0"/>
          <p:nvPr/>
        </p:nvPicPr>
        <p:blipFill>
          <a:blip r:embed="rId3">
            <a:alphaModFix/>
          </a:blip>
          <a:stretch>
            <a:fillRect/>
          </a:stretch>
        </p:blipFill>
        <p:spPr>
          <a:xfrm>
            <a:off x="152400" y="1546863"/>
            <a:ext cx="8839202" cy="204976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fld id="{00000000-1234-1234-1234-123412341234}" type="slidenum">
              <a:rPr lang="en"/>
              <a:t>‹#›</a:t>
            </a:fld>
            <a:endParaRPr/>
          </a:p>
        </p:txBody>
      </p:sp>
      <p:sp>
        <p:nvSpPr>
          <p:cNvPr id="319" name="Google Shape;319;p52"/>
          <p:cNvSpPr txBox="1"/>
          <p:nvPr>
            <p:ph idx="1" type="subTitle"/>
          </p:nvPr>
        </p:nvSpPr>
        <p:spPr>
          <a:xfrm>
            <a:off x="975300" y="196450"/>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Use Case 6: Manage Cameras</a:t>
            </a:r>
            <a:endParaRPr/>
          </a:p>
        </p:txBody>
      </p:sp>
      <p:pic>
        <p:nvPicPr>
          <p:cNvPr id="320" name="Google Shape;320;p52"/>
          <p:cNvPicPr preferRelativeResize="0"/>
          <p:nvPr/>
        </p:nvPicPr>
        <p:blipFill>
          <a:blip r:embed="rId3">
            <a:alphaModFix/>
          </a:blip>
          <a:stretch>
            <a:fillRect/>
          </a:stretch>
        </p:blipFill>
        <p:spPr>
          <a:xfrm>
            <a:off x="152400" y="1578825"/>
            <a:ext cx="8839199" cy="198584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53"/>
          <p:cNvSpPr txBox="1"/>
          <p:nvPr>
            <p:ph idx="1" type="subTitle"/>
          </p:nvPr>
        </p:nvSpPr>
        <p:spPr>
          <a:xfrm>
            <a:off x="975300" y="160625"/>
            <a:ext cx="7193400" cy="592500"/>
          </a:xfrm>
          <a:prstGeom prst="rect">
            <a:avLst/>
          </a:prstGeom>
        </p:spPr>
        <p:txBody>
          <a:bodyPr anchorCtr="0" anchor="ctr" bIns="91425" lIns="91425" spcFirstLastPara="1" rIns="91425" wrap="square" tIns="91425">
            <a:spAutoFit/>
          </a:bodyPr>
          <a:lstStyle/>
          <a:p>
            <a:pPr indent="0" lvl="0" marL="0" rtl="0" algn="ctr">
              <a:spcBef>
                <a:spcPts val="0"/>
              </a:spcBef>
              <a:spcAft>
                <a:spcPts val="1200"/>
              </a:spcAft>
              <a:buNone/>
            </a:pPr>
            <a:r>
              <a:rPr lang="en"/>
              <a:t>Domain Model</a:t>
            </a:r>
            <a:endParaRPr/>
          </a:p>
        </p:txBody>
      </p:sp>
      <p:pic>
        <p:nvPicPr>
          <p:cNvPr id="326" name="Google Shape;326;p53" title="DomainModel.png"/>
          <p:cNvPicPr preferRelativeResize="0"/>
          <p:nvPr/>
        </p:nvPicPr>
        <p:blipFill>
          <a:blip r:embed="rId3">
            <a:alphaModFix/>
          </a:blip>
          <a:stretch>
            <a:fillRect/>
          </a:stretch>
        </p:blipFill>
        <p:spPr>
          <a:xfrm>
            <a:off x="152400" y="1155363"/>
            <a:ext cx="8839201" cy="283276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54"/>
          <p:cNvSpPr txBox="1"/>
          <p:nvPr>
            <p:ph type="ctrTitle"/>
          </p:nvPr>
        </p:nvSpPr>
        <p:spPr>
          <a:xfrm>
            <a:off x="566100" y="2053050"/>
            <a:ext cx="8011800" cy="1037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Thank You!</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cience Presentation">
  <a:themeElements>
    <a:clrScheme name="Simple Light">
      <a:dk1>
        <a:srgbClr val="005088"/>
      </a:dk1>
      <a:lt1>
        <a:srgbClr val="F3F0DF"/>
      </a:lt1>
      <a:dk2>
        <a:srgbClr val="121212"/>
      </a:dk2>
      <a:lt2>
        <a:srgbClr val="D0E0E3"/>
      </a:lt2>
      <a:accent1>
        <a:srgbClr val="11CAA0"/>
      </a:accent1>
      <a:accent2>
        <a:srgbClr val="6D6D6B"/>
      </a:accent2>
      <a:accent3>
        <a:srgbClr val="FFFFFF"/>
      </a:accent3>
      <a:accent4>
        <a:srgbClr val="656839"/>
      </a:accent4>
      <a:accent5>
        <a:srgbClr val="774936"/>
      </a:accent5>
      <a:accent6>
        <a:srgbClr val="C492B1"/>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